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7"/>
  </p:notesMasterIdLst>
  <p:sldIdLst>
    <p:sldId id="333" r:id="rId2"/>
    <p:sldId id="300" r:id="rId3"/>
    <p:sldId id="315" r:id="rId4"/>
    <p:sldId id="310" r:id="rId5"/>
    <p:sldId id="335" r:id="rId6"/>
    <p:sldId id="327" r:id="rId7"/>
    <p:sldId id="328" r:id="rId8"/>
    <p:sldId id="332" r:id="rId9"/>
    <p:sldId id="263" r:id="rId10"/>
    <p:sldId id="262" r:id="rId11"/>
    <p:sldId id="261" r:id="rId12"/>
    <p:sldId id="336" r:id="rId13"/>
    <p:sldId id="257" r:id="rId14"/>
    <p:sldId id="260" r:id="rId15"/>
    <p:sldId id="33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CA252E2-84AE-4F33-9294-7FB3DE80F48D}">
          <p14:sldIdLst>
            <p14:sldId id="333"/>
            <p14:sldId id="300"/>
            <p14:sldId id="315"/>
            <p14:sldId id="310"/>
            <p14:sldId id="335"/>
            <p14:sldId id="327"/>
            <p14:sldId id="328"/>
            <p14:sldId id="332"/>
            <p14:sldId id="263"/>
          </p14:sldIdLst>
        </p14:section>
        <p14:section name="Untitled Section" id="{E5F5CD11-6EEC-42E3-80C1-7E1365621EEF}">
          <p14:sldIdLst>
            <p14:sldId id="262"/>
            <p14:sldId id="261"/>
            <p14:sldId id="336"/>
            <p14:sldId id="257"/>
            <p14:sldId id="260"/>
            <p14:sldId id="33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2" d="100"/>
          <a:sy n="102" d="100"/>
        </p:scale>
        <p:origin x="120" y="1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BC9B06C-53A2-4453-83C6-60157FA05CFD}" type="doc">
      <dgm:prSet loTypeId="urn:microsoft.com/office/officeart/2016/7/layout/VerticalSolidActionList" loCatId="List" qsTypeId="urn:microsoft.com/office/officeart/2005/8/quickstyle/simple1" qsCatId="simple" csTypeId="urn:microsoft.com/office/officeart/2005/8/colors/colorful5" csCatId="colorful" phldr="1"/>
      <dgm:spPr/>
      <dgm:t>
        <a:bodyPr/>
        <a:lstStyle/>
        <a:p>
          <a:endParaRPr lang="en-US"/>
        </a:p>
      </dgm:t>
    </dgm:pt>
    <dgm:pt modelId="{ABB7EAA1-4C1D-48AB-9687-36C2D0E198E2}">
      <dgm:prSet/>
      <dgm:spPr/>
      <dgm:t>
        <a:bodyPr/>
        <a:lstStyle/>
        <a:p>
          <a:r>
            <a:rPr lang="en-US"/>
            <a:t>Develop and integrate</a:t>
          </a:r>
        </a:p>
      </dgm:t>
    </dgm:pt>
    <dgm:pt modelId="{1D15611B-38E7-4B71-8724-323AB6D18D99}" type="parTrans" cxnId="{6C75EA4F-63BC-4D75-A60D-0AA23BF189B2}">
      <dgm:prSet/>
      <dgm:spPr/>
      <dgm:t>
        <a:bodyPr/>
        <a:lstStyle/>
        <a:p>
          <a:endParaRPr lang="en-US"/>
        </a:p>
      </dgm:t>
    </dgm:pt>
    <dgm:pt modelId="{6F83818D-3DD5-47A2-9FDE-68FE586A91CA}" type="sibTrans" cxnId="{6C75EA4F-63BC-4D75-A60D-0AA23BF189B2}">
      <dgm:prSet/>
      <dgm:spPr/>
      <dgm:t>
        <a:bodyPr/>
        <a:lstStyle/>
        <a:p>
          <a:endParaRPr lang="en-US"/>
        </a:p>
      </dgm:t>
    </dgm:pt>
    <dgm:pt modelId="{F9DE4828-E45C-465E-990B-B9C2846DE2D5}">
      <dgm:prSet custT="1"/>
      <dgm:spPr/>
      <dgm:t>
        <a:bodyPr/>
        <a:lstStyle/>
        <a:p>
          <a:pPr algn="just"/>
          <a:r>
            <a:rPr lang="en-US" sz="1800" dirty="0">
              <a:latin typeface="Corbel Light" panose="020B0303020204020204" pitchFamily="34" charset="0"/>
            </a:rPr>
            <a:t>Deep Reinforcement Learning</a:t>
          </a:r>
        </a:p>
      </dgm:t>
    </dgm:pt>
    <dgm:pt modelId="{E823C078-E930-4289-A668-83F5BA32A8E9}" type="parTrans" cxnId="{4EBDEE95-968A-4DCA-ADA1-920B2524FC85}">
      <dgm:prSet/>
      <dgm:spPr/>
      <dgm:t>
        <a:bodyPr/>
        <a:lstStyle/>
        <a:p>
          <a:endParaRPr lang="en-US"/>
        </a:p>
      </dgm:t>
    </dgm:pt>
    <dgm:pt modelId="{A6CAD59B-8C7B-41D7-891E-152A7A7C9BE8}" type="sibTrans" cxnId="{4EBDEE95-968A-4DCA-ADA1-920B2524FC85}">
      <dgm:prSet/>
      <dgm:spPr/>
      <dgm:t>
        <a:bodyPr/>
        <a:lstStyle/>
        <a:p>
          <a:endParaRPr lang="en-US"/>
        </a:p>
      </dgm:t>
    </dgm:pt>
    <dgm:pt modelId="{BC1BE74E-AE43-4F18-91CC-C307576487D1}">
      <dgm:prSet/>
      <dgm:spPr/>
      <dgm:t>
        <a:bodyPr/>
        <a:lstStyle/>
        <a:p>
          <a:r>
            <a:rPr lang="en-US" dirty="0"/>
            <a:t>Implement</a:t>
          </a:r>
        </a:p>
      </dgm:t>
    </dgm:pt>
    <dgm:pt modelId="{A97909CB-3DA6-4198-ADB8-8AE21EE6D788}" type="parTrans" cxnId="{42153F59-BAB7-4703-86B9-CDD861B3B558}">
      <dgm:prSet/>
      <dgm:spPr/>
      <dgm:t>
        <a:bodyPr/>
        <a:lstStyle/>
        <a:p>
          <a:endParaRPr lang="en-US"/>
        </a:p>
      </dgm:t>
    </dgm:pt>
    <dgm:pt modelId="{70CED172-B14D-4B32-AC38-F00DA2195C62}" type="sibTrans" cxnId="{42153F59-BAB7-4703-86B9-CDD861B3B558}">
      <dgm:prSet/>
      <dgm:spPr/>
      <dgm:t>
        <a:bodyPr/>
        <a:lstStyle/>
        <a:p>
          <a:endParaRPr lang="en-US"/>
        </a:p>
      </dgm:t>
    </dgm:pt>
    <dgm:pt modelId="{E8AE456C-9CE3-46B1-8455-6D9D017F9B24}">
      <dgm:prSet custT="1"/>
      <dgm:spPr/>
      <dgm:t>
        <a:bodyPr/>
        <a:lstStyle/>
        <a:p>
          <a:pPr algn="just"/>
          <a:r>
            <a:rPr lang="en-US" sz="1800" dirty="0">
              <a:latin typeface="Corbel Light" panose="020B0303020204020204" pitchFamily="34" charset="0"/>
            </a:rPr>
            <a:t>Metaheuristic Benchmarks: Implement Ant Colony Optimization (ACO)and Swarm Intelligence as an advanced, non-learning-based comparison method.</a:t>
          </a:r>
        </a:p>
      </dgm:t>
    </dgm:pt>
    <dgm:pt modelId="{CF19AF88-0FD7-408B-A0CE-D68E582CEF63}" type="parTrans" cxnId="{D575F0BE-2EEC-47F2-AC11-48008EA0B5A9}">
      <dgm:prSet/>
      <dgm:spPr/>
      <dgm:t>
        <a:bodyPr/>
        <a:lstStyle/>
        <a:p>
          <a:endParaRPr lang="en-US"/>
        </a:p>
      </dgm:t>
    </dgm:pt>
    <dgm:pt modelId="{74B5D78F-DD7A-4E4E-9EB3-B6B766D94965}" type="sibTrans" cxnId="{D575F0BE-2EEC-47F2-AC11-48008EA0B5A9}">
      <dgm:prSet/>
      <dgm:spPr/>
      <dgm:t>
        <a:bodyPr/>
        <a:lstStyle/>
        <a:p>
          <a:endParaRPr lang="en-US"/>
        </a:p>
      </dgm:t>
    </dgm:pt>
    <dgm:pt modelId="{EFB6012C-D4C6-42E6-926F-226C1F24D7B1}">
      <dgm:prSet/>
      <dgm:spPr/>
      <dgm:t>
        <a:bodyPr/>
        <a:lstStyle/>
        <a:p>
          <a:r>
            <a:rPr lang="en-US"/>
            <a:t>Perform</a:t>
          </a:r>
        </a:p>
      </dgm:t>
    </dgm:pt>
    <dgm:pt modelId="{FEC0E04A-407C-42E6-9356-F2D5D4A21781}" type="parTrans" cxnId="{7C84EB71-E1D7-4D1E-9662-766CA27ACC22}">
      <dgm:prSet/>
      <dgm:spPr/>
      <dgm:t>
        <a:bodyPr/>
        <a:lstStyle/>
        <a:p>
          <a:endParaRPr lang="en-US"/>
        </a:p>
      </dgm:t>
    </dgm:pt>
    <dgm:pt modelId="{600683AF-52C3-4E40-B95C-0A8588B26F3B}" type="sibTrans" cxnId="{7C84EB71-E1D7-4D1E-9662-766CA27ACC22}">
      <dgm:prSet/>
      <dgm:spPr/>
      <dgm:t>
        <a:bodyPr/>
        <a:lstStyle/>
        <a:p>
          <a:endParaRPr lang="en-US"/>
        </a:p>
      </dgm:t>
    </dgm:pt>
    <dgm:pt modelId="{664D103E-62BD-49E1-A035-3594FD6A3F3E}">
      <dgm:prSet custT="1"/>
      <dgm:spPr/>
      <dgm:t>
        <a:bodyPr/>
        <a:lstStyle/>
        <a:p>
          <a:pPr algn="just"/>
          <a:r>
            <a:rPr lang="en-US" sz="1800" dirty="0">
              <a:latin typeface="Corbel Light" panose="020B0303020204020204" pitchFamily="34" charset="0"/>
            </a:rPr>
            <a:t>Comparative Analysis: Perform a comprehensive benchmark of all methods (Heuristics, Deep RL, Metaheuristics) to minimize </a:t>
          </a:r>
          <a:r>
            <a:rPr lang="en-US" sz="1800" dirty="0" err="1">
              <a:latin typeface="Corbel Light" panose="020B0303020204020204" pitchFamily="34" charset="0"/>
            </a:rPr>
            <a:t>makespan</a:t>
          </a:r>
          <a:r>
            <a:rPr lang="en-US" sz="1800" dirty="0">
              <a:latin typeface="Corbel Light" panose="020B0303020204020204" pitchFamily="34" charset="0"/>
            </a:rPr>
            <a:t>.</a:t>
          </a:r>
        </a:p>
      </dgm:t>
    </dgm:pt>
    <dgm:pt modelId="{7011ECD2-1845-4218-A611-1A721B9B5987}" type="parTrans" cxnId="{DC51FC35-B31F-4499-AA49-FA3FEB9E8503}">
      <dgm:prSet/>
      <dgm:spPr/>
      <dgm:t>
        <a:bodyPr/>
        <a:lstStyle/>
        <a:p>
          <a:endParaRPr lang="en-US"/>
        </a:p>
      </dgm:t>
    </dgm:pt>
    <dgm:pt modelId="{E49B94D1-BAB3-4DDF-B574-2F9DB194C8C5}" type="sibTrans" cxnId="{DC51FC35-B31F-4499-AA49-FA3FEB9E8503}">
      <dgm:prSet/>
      <dgm:spPr/>
      <dgm:t>
        <a:bodyPr/>
        <a:lstStyle/>
        <a:p>
          <a:endParaRPr lang="en-US"/>
        </a:p>
      </dgm:t>
    </dgm:pt>
    <dgm:pt modelId="{F9513972-DDD3-4084-A2D8-F09DD04ED62F}" type="pres">
      <dgm:prSet presAssocID="{1BC9B06C-53A2-4453-83C6-60157FA05CFD}" presName="Name0" presStyleCnt="0">
        <dgm:presLayoutVars>
          <dgm:dir/>
          <dgm:animLvl val="lvl"/>
          <dgm:resizeHandles val="exact"/>
        </dgm:presLayoutVars>
      </dgm:prSet>
      <dgm:spPr/>
    </dgm:pt>
    <dgm:pt modelId="{4B362FD0-A311-4DDF-BB6E-ED46046D830E}" type="pres">
      <dgm:prSet presAssocID="{ABB7EAA1-4C1D-48AB-9687-36C2D0E198E2}" presName="linNode" presStyleCnt="0"/>
      <dgm:spPr/>
    </dgm:pt>
    <dgm:pt modelId="{0D79CFF3-92A8-48CB-B0D2-CA51FF64863F}" type="pres">
      <dgm:prSet presAssocID="{ABB7EAA1-4C1D-48AB-9687-36C2D0E198E2}" presName="parentText" presStyleLbl="alignNode1" presStyleIdx="0" presStyleCnt="3">
        <dgm:presLayoutVars>
          <dgm:chMax val="1"/>
          <dgm:bulletEnabled/>
        </dgm:presLayoutVars>
      </dgm:prSet>
      <dgm:spPr/>
    </dgm:pt>
    <dgm:pt modelId="{E429500E-1776-4BCD-AFAD-1D931A22E051}" type="pres">
      <dgm:prSet presAssocID="{ABB7EAA1-4C1D-48AB-9687-36C2D0E198E2}" presName="descendantText" presStyleLbl="alignAccFollowNode1" presStyleIdx="0" presStyleCnt="3">
        <dgm:presLayoutVars>
          <dgm:bulletEnabled/>
        </dgm:presLayoutVars>
      </dgm:prSet>
      <dgm:spPr/>
    </dgm:pt>
    <dgm:pt modelId="{FB9408EB-B4B6-435A-AE0B-E4EF3523427B}" type="pres">
      <dgm:prSet presAssocID="{6F83818D-3DD5-47A2-9FDE-68FE586A91CA}" presName="sp" presStyleCnt="0"/>
      <dgm:spPr/>
    </dgm:pt>
    <dgm:pt modelId="{9B13AFCC-6CB5-4B3E-8A23-DEEBE9A15B04}" type="pres">
      <dgm:prSet presAssocID="{BC1BE74E-AE43-4F18-91CC-C307576487D1}" presName="linNode" presStyleCnt="0"/>
      <dgm:spPr/>
    </dgm:pt>
    <dgm:pt modelId="{3C34ABDA-9E49-4F12-8705-24BCBF4E51A8}" type="pres">
      <dgm:prSet presAssocID="{BC1BE74E-AE43-4F18-91CC-C307576487D1}" presName="parentText" presStyleLbl="alignNode1" presStyleIdx="1" presStyleCnt="3">
        <dgm:presLayoutVars>
          <dgm:chMax val="1"/>
          <dgm:bulletEnabled/>
        </dgm:presLayoutVars>
      </dgm:prSet>
      <dgm:spPr/>
    </dgm:pt>
    <dgm:pt modelId="{AC3095E2-9C63-46D6-979E-D396E968683A}" type="pres">
      <dgm:prSet presAssocID="{BC1BE74E-AE43-4F18-91CC-C307576487D1}" presName="descendantText" presStyleLbl="alignAccFollowNode1" presStyleIdx="1" presStyleCnt="3">
        <dgm:presLayoutVars>
          <dgm:bulletEnabled/>
        </dgm:presLayoutVars>
      </dgm:prSet>
      <dgm:spPr/>
    </dgm:pt>
    <dgm:pt modelId="{9AC85CA0-4BB5-4B04-9D36-534D02B390C5}" type="pres">
      <dgm:prSet presAssocID="{70CED172-B14D-4B32-AC38-F00DA2195C62}" presName="sp" presStyleCnt="0"/>
      <dgm:spPr/>
    </dgm:pt>
    <dgm:pt modelId="{014E1674-4D6C-431A-AAE8-13A62D17DCE8}" type="pres">
      <dgm:prSet presAssocID="{EFB6012C-D4C6-42E6-926F-226C1F24D7B1}" presName="linNode" presStyleCnt="0"/>
      <dgm:spPr/>
    </dgm:pt>
    <dgm:pt modelId="{03E5A5C3-7CB1-42EE-9592-9E400E6829C4}" type="pres">
      <dgm:prSet presAssocID="{EFB6012C-D4C6-42E6-926F-226C1F24D7B1}" presName="parentText" presStyleLbl="alignNode1" presStyleIdx="2" presStyleCnt="3">
        <dgm:presLayoutVars>
          <dgm:chMax val="1"/>
          <dgm:bulletEnabled/>
        </dgm:presLayoutVars>
      </dgm:prSet>
      <dgm:spPr/>
    </dgm:pt>
    <dgm:pt modelId="{5CE3514B-1211-4621-B7F2-5154A73C782C}" type="pres">
      <dgm:prSet presAssocID="{EFB6012C-D4C6-42E6-926F-226C1F24D7B1}" presName="descendantText" presStyleLbl="alignAccFollowNode1" presStyleIdx="2" presStyleCnt="3">
        <dgm:presLayoutVars>
          <dgm:bulletEnabled/>
        </dgm:presLayoutVars>
      </dgm:prSet>
      <dgm:spPr/>
    </dgm:pt>
  </dgm:ptLst>
  <dgm:cxnLst>
    <dgm:cxn modelId="{BCD0A616-5B42-411A-BE93-28E061FDFE19}" type="presOf" srcId="{BC1BE74E-AE43-4F18-91CC-C307576487D1}" destId="{3C34ABDA-9E49-4F12-8705-24BCBF4E51A8}" srcOrd="0" destOrd="0" presId="urn:microsoft.com/office/officeart/2016/7/layout/VerticalSolidActionList"/>
    <dgm:cxn modelId="{DC51FC35-B31F-4499-AA49-FA3FEB9E8503}" srcId="{EFB6012C-D4C6-42E6-926F-226C1F24D7B1}" destId="{664D103E-62BD-49E1-A035-3594FD6A3F3E}" srcOrd="0" destOrd="0" parTransId="{7011ECD2-1845-4218-A611-1A721B9B5987}" sibTransId="{E49B94D1-BAB3-4DDF-B574-2F9DB194C8C5}"/>
    <dgm:cxn modelId="{4F979665-498E-4724-A33C-FA5521817D52}" type="presOf" srcId="{EFB6012C-D4C6-42E6-926F-226C1F24D7B1}" destId="{03E5A5C3-7CB1-42EE-9592-9E400E6829C4}" srcOrd="0" destOrd="0" presId="urn:microsoft.com/office/officeart/2016/7/layout/VerticalSolidActionList"/>
    <dgm:cxn modelId="{C0BD8E4B-51A3-46B2-A08B-FF635A5D16B9}" type="presOf" srcId="{1BC9B06C-53A2-4453-83C6-60157FA05CFD}" destId="{F9513972-DDD3-4084-A2D8-F09DD04ED62F}" srcOrd="0" destOrd="0" presId="urn:microsoft.com/office/officeart/2016/7/layout/VerticalSolidActionList"/>
    <dgm:cxn modelId="{6C75EA4F-63BC-4D75-A60D-0AA23BF189B2}" srcId="{1BC9B06C-53A2-4453-83C6-60157FA05CFD}" destId="{ABB7EAA1-4C1D-48AB-9687-36C2D0E198E2}" srcOrd="0" destOrd="0" parTransId="{1D15611B-38E7-4B71-8724-323AB6D18D99}" sibTransId="{6F83818D-3DD5-47A2-9FDE-68FE586A91CA}"/>
    <dgm:cxn modelId="{5D5C7B50-507A-4CCE-A91C-898992DBBA6E}" type="presOf" srcId="{664D103E-62BD-49E1-A035-3594FD6A3F3E}" destId="{5CE3514B-1211-4621-B7F2-5154A73C782C}" srcOrd="0" destOrd="0" presId="urn:microsoft.com/office/officeart/2016/7/layout/VerticalSolidActionList"/>
    <dgm:cxn modelId="{7C84EB71-E1D7-4D1E-9662-766CA27ACC22}" srcId="{1BC9B06C-53A2-4453-83C6-60157FA05CFD}" destId="{EFB6012C-D4C6-42E6-926F-226C1F24D7B1}" srcOrd="2" destOrd="0" parTransId="{FEC0E04A-407C-42E6-9356-F2D5D4A21781}" sibTransId="{600683AF-52C3-4E40-B95C-0A8588B26F3B}"/>
    <dgm:cxn modelId="{A91DBC54-3DC3-4D71-AC9B-7A28EB3F717B}" type="presOf" srcId="{ABB7EAA1-4C1D-48AB-9687-36C2D0E198E2}" destId="{0D79CFF3-92A8-48CB-B0D2-CA51FF64863F}" srcOrd="0" destOrd="0" presId="urn:microsoft.com/office/officeart/2016/7/layout/VerticalSolidActionList"/>
    <dgm:cxn modelId="{42153F59-BAB7-4703-86B9-CDD861B3B558}" srcId="{1BC9B06C-53A2-4453-83C6-60157FA05CFD}" destId="{BC1BE74E-AE43-4F18-91CC-C307576487D1}" srcOrd="1" destOrd="0" parTransId="{A97909CB-3DA6-4198-ADB8-8AE21EE6D788}" sibTransId="{70CED172-B14D-4B32-AC38-F00DA2195C62}"/>
    <dgm:cxn modelId="{4EBDEE95-968A-4DCA-ADA1-920B2524FC85}" srcId="{ABB7EAA1-4C1D-48AB-9687-36C2D0E198E2}" destId="{F9DE4828-E45C-465E-990B-B9C2846DE2D5}" srcOrd="0" destOrd="0" parTransId="{E823C078-E930-4289-A668-83F5BA32A8E9}" sibTransId="{A6CAD59B-8C7B-41D7-891E-152A7A7C9BE8}"/>
    <dgm:cxn modelId="{858950A5-F943-405F-B265-63DA3E3AD24A}" type="presOf" srcId="{F9DE4828-E45C-465E-990B-B9C2846DE2D5}" destId="{E429500E-1776-4BCD-AFAD-1D931A22E051}" srcOrd="0" destOrd="0" presId="urn:microsoft.com/office/officeart/2016/7/layout/VerticalSolidActionList"/>
    <dgm:cxn modelId="{D575F0BE-2EEC-47F2-AC11-48008EA0B5A9}" srcId="{BC1BE74E-AE43-4F18-91CC-C307576487D1}" destId="{E8AE456C-9CE3-46B1-8455-6D9D017F9B24}" srcOrd="0" destOrd="0" parTransId="{CF19AF88-0FD7-408B-A0CE-D68E582CEF63}" sibTransId="{74B5D78F-DD7A-4E4E-9EB3-B6B766D94965}"/>
    <dgm:cxn modelId="{570809C0-2B5B-41E3-BD48-F26449AA63F0}" type="presOf" srcId="{E8AE456C-9CE3-46B1-8455-6D9D017F9B24}" destId="{AC3095E2-9C63-46D6-979E-D396E968683A}" srcOrd="0" destOrd="0" presId="urn:microsoft.com/office/officeart/2016/7/layout/VerticalSolidActionList"/>
    <dgm:cxn modelId="{4955ECED-618B-4C6E-B146-59EAC21AB14C}" type="presParOf" srcId="{F9513972-DDD3-4084-A2D8-F09DD04ED62F}" destId="{4B362FD0-A311-4DDF-BB6E-ED46046D830E}" srcOrd="0" destOrd="0" presId="urn:microsoft.com/office/officeart/2016/7/layout/VerticalSolidActionList"/>
    <dgm:cxn modelId="{B9007832-9D7A-411A-B7EE-66B9ED9538CF}" type="presParOf" srcId="{4B362FD0-A311-4DDF-BB6E-ED46046D830E}" destId="{0D79CFF3-92A8-48CB-B0D2-CA51FF64863F}" srcOrd="0" destOrd="0" presId="urn:microsoft.com/office/officeart/2016/7/layout/VerticalSolidActionList"/>
    <dgm:cxn modelId="{3E635F0F-507F-4C1C-8AF7-628D22798B9E}" type="presParOf" srcId="{4B362FD0-A311-4DDF-BB6E-ED46046D830E}" destId="{E429500E-1776-4BCD-AFAD-1D931A22E051}" srcOrd="1" destOrd="0" presId="urn:microsoft.com/office/officeart/2016/7/layout/VerticalSolidActionList"/>
    <dgm:cxn modelId="{9B22C439-D86B-42FC-82C5-AAAA9AE6CA3E}" type="presParOf" srcId="{F9513972-DDD3-4084-A2D8-F09DD04ED62F}" destId="{FB9408EB-B4B6-435A-AE0B-E4EF3523427B}" srcOrd="1" destOrd="0" presId="urn:microsoft.com/office/officeart/2016/7/layout/VerticalSolidActionList"/>
    <dgm:cxn modelId="{0877FFF9-3314-40A3-90E5-B5E3FCD23067}" type="presParOf" srcId="{F9513972-DDD3-4084-A2D8-F09DD04ED62F}" destId="{9B13AFCC-6CB5-4B3E-8A23-DEEBE9A15B04}" srcOrd="2" destOrd="0" presId="urn:microsoft.com/office/officeart/2016/7/layout/VerticalSolidActionList"/>
    <dgm:cxn modelId="{A9779A32-0B6D-44AA-9BF7-92542841CFE9}" type="presParOf" srcId="{9B13AFCC-6CB5-4B3E-8A23-DEEBE9A15B04}" destId="{3C34ABDA-9E49-4F12-8705-24BCBF4E51A8}" srcOrd="0" destOrd="0" presId="urn:microsoft.com/office/officeart/2016/7/layout/VerticalSolidActionList"/>
    <dgm:cxn modelId="{C5AF619A-25D5-408B-BDD9-C764504100B7}" type="presParOf" srcId="{9B13AFCC-6CB5-4B3E-8A23-DEEBE9A15B04}" destId="{AC3095E2-9C63-46D6-979E-D396E968683A}" srcOrd="1" destOrd="0" presId="urn:microsoft.com/office/officeart/2016/7/layout/VerticalSolidActionList"/>
    <dgm:cxn modelId="{260492F2-DB00-4A6D-BE5B-313F86A136B4}" type="presParOf" srcId="{F9513972-DDD3-4084-A2D8-F09DD04ED62F}" destId="{9AC85CA0-4BB5-4B04-9D36-534D02B390C5}" srcOrd="3" destOrd="0" presId="urn:microsoft.com/office/officeart/2016/7/layout/VerticalSolidActionList"/>
    <dgm:cxn modelId="{162935A8-2BC6-483B-BE8D-4F67A28F48D4}" type="presParOf" srcId="{F9513972-DDD3-4084-A2D8-F09DD04ED62F}" destId="{014E1674-4D6C-431A-AAE8-13A62D17DCE8}" srcOrd="4" destOrd="0" presId="urn:microsoft.com/office/officeart/2016/7/layout/VerticalSolidActionList"/>
    <dgm:cxn modelId="{ADCE3EA5-9222-4C45-8372-43E03210E945}" type="presParOf" srcId="{014E1674-4D6C-431A-AAE8-13A62D17DCE8}" destId="{03E5A5C3-7CB1-42EE-9592-9E400E6829C4}" srcOrd="0" destOrd="0" presId="urn:microsoft.com/office/officeart/2016/7/layout/VerticalSolidActionList"/>
    <dgm:cxn modelId="{CE6166F0-D5BF-4CDA-8BD2-EBB5C4BD8396}" type="presParOf" srcId="{014E1674-4D6C-431A-AAE8-13A62D17DCE8}" destId="{5CE3514B-1211-4621-B7F2-5154A73C782C}"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22625D0-D820-451E-94DC-31914F311704}" type="doc">
      <dgm:prSet loTypeId="urn:microsoft.com/office/officeart/2016/7/layout/BasicTimeline" loCatId="process" qsTypeId="urn:microsoft.com/office/officeart/2005/8/quickstyle/simple4" qsCatId="simple" csTypeId="urn:microsoft.com/office/officeart/2005/8/colors/colorful2" csCatId="colorful" phldr="1"/>
      <dgm:spPr/>
      <dgm:t>
        <a:bodyPr/>
        <a:lstStyle/>
        <a:p>
          <a:endParaRPr lang="en-US"/>
        </a:p>
      </dgm:t>
    </dgm:pt>
    <dgm:pt modelId="{8ACED8BA-C89F-4F39-9FE0-B490B96CBBB5}">
      <dgm:prSet/>
      <dgm:spPr/>
      <dgm:t>
        <a:bodyPr/>
        <a:lstStyle/>
        <a:p>
          <a:pPr>
            <a:defRPr b="1"/>
          </a:pPr>
          <a:r>
            <a:rPr lang="en-US"/>
            <a:t>16 Oct. 2025</a:t>
          </a:r>
        </a:p>
      </dgm:t>
    </dgm:pt>
    <dgm:pt modelId="{51E32A9A-468B-46EC-9037-883EAE383C91}" type="parTrans" cxnId="{55DC69F8-393B-4136-843C-152BB44B3E01}">
      <dgm:prSet/>
      <dgm:spPr/>
      <dgm:t>
        <a:bodyPr/>
        <a:lstStyle/>
        <a:p>
          <a:endParaRPr lang="en-US"/>
        </a:p>
      </dgm:t>
    </dgm:pt>
    <dgm:pt modelId="{0B82F910-FD00-4337-AFCB-42F791DF8D37}" type="sibTrans" cxnId="{55DC69F8-393B-4136-843C-152BB44B3E01}">
      <dgm:prSet/>
      <dgm:spPr/>
      <dgm:t>
        <a:bodyPr/>
        <a:lstStyle/>
        <a:p>
          <a:endParaRPr lang="en-US"/>
        </a:p>
      </dgm:t>
    </dgm:pt>
    <dgm:pt modelId="{D9BF489E-1166-4564-9392-73F277BF931E}">
      <dgm:prSet custT="1"/>
      <dgm:spPr/>
      <dgm:t>
        <a:bodyPr/>
        <a:lstStyle/>
        <a:p>
          <a:r>
            <a:rPr lang="en-US" sz="2000" dirty="0">
              <a:latin typeface="Corbel Light" panose="020B0303020204020204" pitchFamily="34" charset="0"/>
            </a:rPr>
            <a:t>P1: Proposal &amp; MVP</a:t>
          </a:r>
        </a:p>
      </dgm:t>
    </dgm:pt>
    <dgm:pt modelId="{D55C6B0F-299D-4C4C-ADEA-653669C33A93}" type="parTrans" cxnId="{4149C668-B932-4432-B0F1-FB5354170EA0}">
      <dgm:prSet/>
      <dgm:spPr/>
      <dgm:t>
        <a:bodyPr/>
        <a:lstStyle/>
        <a:p>
          <a:endParaRPr lang="en-US"/>
        </a:p>
      </dgm:t>
    </dgm:pt>
    <dgm:pt modelId="{EB8C0DD6-C1CA-49E6-AC59-986BD14BA7DD}" type="sibTrans" cxnId="{4149C668-B932-4432-B0F1-FB5354170EA0}">
      <dgm:prSet/>
      <dgm:spPr/>
      <dgm:t>
        <a:bodyPr/>
        <a:lstStyle/>
        <a:p>
          <a:endParaRPr lang="en-US"/>
        </a:p>
      </dgm:t>
    </dgm:pt>
    <dgm:pt modelId="{5FC01C88-3266-4BE3-8CE7-A8F5CEB3A523}">
      <dgm:prSet/>
      <dgm:spPr/>
      <dgm:t>
        <a:bodyPr/>
        <a:lstStyle/>
        <a:p>
          <a:pPr>
            <a:defRPr b="1"/>
          </a:pPr>
          <a:r>
            <a:rPr lang="en-US"/>
            <a:t>6 Nov. 2025</a:t>
          </a:r>
        </a:p>
      </dgm:t>
    </dgm:pt>
    <dgm:pt modelId="{64F0126D-1AAE-40F6-97A2-E3C2D6F5276D}" type="parTrans" cxnId="{F8B45C41-3CE1-4299-B2DA-B85077F9F4B9}">
      <dgm:prSet/>
      <dgm:spPr/>
      <dgm:t>
        <a:bodyPr/>
        <a:lstStyle/>
        <a:p>
          <a:endParaRPr lang="en-US"/>
        </a:p>
      </dgm:t>
    </dgm:pt>
    <dgm:pt modelId="{7B25F62A-B6D0-4277-966B-4AD7E3FACE29}" type="sibTrans" cxnId="{F8B45C41-3CE1-4299-B2DA-B85077F9F4B9}">
      <dgm:prSet/>
      <dgm:spPr/>
      <dgm:t>
        <a:bodyPr/>
        <a:lstStyle/>
        <a:p>
          <a:endParaRPr lang="en-US"/>
        </a:p>
      </dgm:t>
    </dgm:pt>
    <dgm:pt modelId="{91548A70-1E1F-4240-AF2B-CF962C81AAF9}">
      <dgm:prSet custT="1"/>
      <dgm:spPr/>
      <dgm:t>
        <a:bodyPr/>
        <a:lstStyle/>
        <a:p>
          <a:r>
            <a:rPr lang="en-US" sz="1800" dirty="0">
              <a:latin typeface="Corbel Light" panose="020B0303020204020204" pitchFamily="34" charset="0"/>
            </a:rPr>
            <a:t>P2: Core Logic &amp; Baselines</a:t>
          </a:r>
        </a:p>
      </dgm:t>
    </dgm:pt>
    <dgm:pt modelId="{BFB84A35-B260-48D3-90D7-49C7CED7AED9}" type="parTrans" cxnId="{61FCA1C1-7977-4DD5-86EF-EFF725E34254}">
      <dgm:prSet/>
      <dgm:spPr/>
      <dgm:t>
        <a:bodyPr/>
        <a:lstStyle/>
        <a:p>
          <a:endParaRPr lang="en-US"/>
        </a:p>
      </dgm:t>
    </dgm:pt>
    <dgm:pt modelId="{D608266E-2210-4894-9B01-CDCC96BD27F4}" type="sibTrans" cxnId="{61FCA1C1-7977-4DD5-86EF-EFF725E34254}">
      <dgm:prSet/>
      <dgm:spPr/>
      <dgm:t>
        <a:bodyPr/>
        <a:lstStyle/>
        <a:p>
          <a:endParaRPr lang="en-US"/>
        </a:p>
      </dgm:t>
    </dgm:pt>
    <dgm:pt modelId="{F3BD4F0B-4958-43B3-867E-EDAC39CADD6D}">
      <dgm:prSet/>
      <dgm:spPr/>
      <dgm:t>
        <a:bodyPr/>
        <a:lstStyle/>
        <a:p>
          <a:pPr>
            <a:defRPr b="1"/>
          </a:pPr>
          <a:r>
            <a:rPr lang="en-US"/>
            <a:t>27 Nov. 2025</a:t>
          </a:r>
        </a:p>
      </dgm:t>
    </dgm:pt>
    <dgm:pt modelId="{4CAFCE82-E63C-4C9E-A64B-3E215B5F6A89}" type="parTrans" cxnId="{DFD36921-9D68-4A3A-8A0A-6F39DE2B7830}">
      <dgm:prSet/>
      <dgm:spPr/>
      <dgm:t>
        <a:bodyPr/>
        <a:lstStyle/>
        <a:p>
          <a:endParaRPr lang="en-US"/>
        </a:p>
      </dgm:t>
    </dgm:pt>
    <dgm:pt modelId="{A9DAFE51-FB30-47A5-AA4A-677C89ECBEF3}" type="sibTrans" cxnId="{DFD36921-9D68-4A3A-8A0A-6F39DE2B7830}">
      <dgm:prSet/>
      <dgm:spPr/>
      <dgm:t>
        <a:bodyPr/>
        <a:lstStyle/>
        <a:p>
          <a:endParaRPr lang="en-US"/>
        </a:p>
      </dgm:t>
    </dgm:pt>
    <dgm:pt modelId="{9DF4EEFE-54B1-49E5-853E-ACCC3EB78D7C}">
      <dgm:prSet custT="1"/>
      <dgm:spPr/>
      <dgm:t>
        <a:bodyPr/>
        <a:lstStyle/>
        <a:p>
          <a:r>
            <a:rPr lang="en-US" sz="1600" dirty="0">
              <a:latin typeface="Corbel Light" panose="020B0303020204020204" pitchFamily="34" charset="0"/>
            </a:rPr>
            <a:t>P3: Full Deep RL Agent and Metaheuristic methods</a:t>
          </a:r>
        </a:p>
      </dgm:t>
    </dgm:pt>
    <dgm:pt modelId="{C1D43B1C-518D-4255-90EF-70285A09A743}" type="parTrans" cxnId="{23B443AC-D447-4249-86F6-47E4DBEA8891}">
      <dgm:prSet/>
      <dgm:spPr/>
      <dgm:t>
        <a:bodyPr/>
        <a:lstStyle/>
        <a:p>
          <a:endParaRPr lang="en-US"/>
        </a:p>
      </dgm:t>
    </dgm:pt>
    <dgm:pt modelId="{0F882AC0-FE96-4D6D-8947-96AB9F5DAF7F}" type="sibTrans" cxnId="{23B443AC-D447-4249-86F6-47E4DBEA8891}">
      <dgm:prSet/>
      <dgm:spPr/>
      <dgm:t>
        <a:bodyPr/>
        <a:lstStyle/>
        <a:p>
          <a:endParaRPr lang="en-US"/>
        </a:p>
      </dgm:t>
    </dgm:pt>
    <dgm:pt modelId="{19452B49-7E74-4B66-BCBA-E3FB59632CDC}">
      <dgm:prSet/>
      <dgm:spPr/>
      <dgm:t>
        <a:bodyPr/>
        <a:lstStyle/>
        <a:p>
          <a:pPr>
            <a:defRPr b="1"/>
          </a:pPr>
          <a:r>
            <a:rPr lang="en-US"/>
            <a:t>18 Dec. 2025</a:t>
          </a:r>
        </a:p>
      </dgm:t>
    </dgm:pt>
    <dgm:pt modelId="{1FE94C8E-AE3E-4FAC-AD2E-3794D3D08C83}" type="parTrans" cxnId="{B61905D3-9783-439D-9817-25FB38F2C37F}">
      <dgm:prSet/>
      <dgm:spPr/>
      <dgm:t>
        <a:bodyPr/>
        <a:lstStyle/>
        <a:p>
          <a:endParaRPr lang="en-US"/>
        </a:p>
      </dgm:t>
    </dgm:pt>
    <dgm:pt modelId="{5F022E11-AF19-4BBA-B8B4-96814CC06331}" type="sibTrans" cxnId="{B61905D3-9783-439D-9817-25FB38F2C37F}">
      <dgm:prSet/>
      <dgm:spPr/>
      <dgm:t>
        <a:bodyPr/>
        <a:lstStyle/>
        <a:p>
          <a:endParaRPr lang="en-US"/>
        </a:p>
      </dgm:t>
    </dgm:pt>
    <dgm:pt modelId="{8AEF9AE6-E1F3-457E-9E64-D54A15797C34}">
      <dgm:prSet custT="1"/>
      <dgm:spPr/>
      <dgm:t>
        <a:bodyPr/>
        <a:lstStyle/>
        <a:p>
          <a:r>
            <a:rPr lang="en-US" sz="1600" dirty="0">
              <a:latin typeface="Corbel Light" panose="020B0303020204020204" pitchFamily="34" charset="0"/>
            </a:rPr>
            <a:t>P4: Results Analysis</a:t>
          </a:r>
        </a:p>
      </dgm:t>
    </dgm:pt>
    <dgm:pt modelId="{08F617FF-6E25-428E-BAA4-F208CA0C4950}" type="parTrans" cxnId="{DCCE3EC3-BD2A-46D6-87B3-0AAD37958A87}">
      <dgm:prSet/>
      <dgm:spPr/>
      <dgm:t>
        <a:bodyPr/>
        <a:lstStyle/>
        <a:p>
          <a:endParaRPr lang="en-US"/>
        </a:p>
      </dgm:t>
    </dgm:pt>
    <dgm:pt modelId="{1C9260CE-94B6-4071-8105-8ED144B87A86}" type="sibTrans" cxnId="{DCCE3EC3-BD2A-46D6-87B3-0AAD37958A87}">
      <dgm:prSet/>
      <dgm:spPr/>
      <dgm:t>
        <a:bodyPr/>
        <a:lstStyle/>
        <a:p>
          <a:endParaRPr lang="en-US"/>
        </a:p>
      </dgm:t>
    </dgm:pt>
    <dgm:pt modelId="{39A1FF52-C02F-4147-9770-C31EEC1F0677}">
      <dgm:prSet/>
      <dgm:spPr/>
      <dgm:t>
        <a:bodyPr/>
        <a:lstStyle/>
        <a:p>
          <a:pPr>
            <a:defRPr b="1"/>
          </a:pPr>
          <a:r>
            <a:rPr lang="en-US"/>
            <a:t>15 Jan. 2026</a:t>
          </a:r>
        </a:p>
      </dgm:t>
    </dgm:pt>
    <dgm:pt modelId="{057B33F5-BC42-4DC1-AF4C-8442EDD506D3}" type="parTrans" cxnId="{2A417B95-FD35-4E1F-BBB4-4BAB53B689FD}">
      <dgm:prSet/>
      <dgm:spPr/>
      <dgm:t>
        <a:bodyPr/>
        <a:lstStyle/>
        <a:p>
          <a:endParaRPr lang="en-US"/>
        </a:p>
      </dgm:t>
    </dgm:pt>
    <dgm:pt modelId="{2836BF5C-6C67-4E10-A1F5-5EAB55961DDE}" type="sibTrans" cxnId="{2A417B95-FD35-4E1F-BBB4-4BAB53B689FD}">
      <dgm:prSet/>
      <dgm:spPr/>
      <dgm:t>
        <a:bodyPr/>
        <a:lstStyle/>
        <a:p>
          <a:endParaRPr lang="en-US"/>
        </a:p>
      </dgm:t>
    </dgm:pt>
    <dgm:pt modelId="{8CF10D61-C62B-4170-ACC8-A8FBBBA0D4B7}">
      <dgm:prSet custT="1"/>
      <dgm:spPr/>
      <dgm:t>
        <a:bodyPr/>
        <a:lstStyle/>
        <a:p>
          <a:r>
            <a:rPr lang="en-US" sz="1600" dirty="0">
              <a:latin typeface="Corbel Light" panose="020B0303020204020204" pitchFamily="34" charset="0"/>
            </a:rPr>
            <a:t>P5: Final Report</a:t>
          </a:r>
        </a:p>
      </dgm:t>
    </dgm:pt>
    <dgm:pt modelId="{17DD3D82-1885-4BB2-A026-BCA90C4DABB9}" type="parTrans" cxnId="{7F0031C7-4877-41C6-8F75-EEECB2B9AC7F}">
      <dgm:prSet/>
      <dgm:spPr/>
      <dgm:t>
        <a:bodyPr/>
        <a:lstStyle/>
        <a:p>
          <a:endParaRPr lang="en-US"/>
        </a:p>
      </dgm:t>
    </dgm:pt>
    <dgm:pt modelId="{C1E68349-20DB-4A87-A1C8-550926EC53D8}" type="sibTrans" cxnId="{7F0031C7-4877-41C6-8F75-EEECB2B9AC7F}">
      <dgm:prSet/>
      <dgm:spPr/>
      <dgm:t>
        <a:bodyPr/>
        <a:lstStyle/>
        <a:p>
          <a:endParaRPr lang="en-US"/>
        </a:p>
      </dgm:t>
    </dgm:pt>
    <dgm:pt modelId="{1C043F6B-4100-4F08-97BA-1A45C6AD7990}" type="pres">
      <dgm:prSet presAssocID="{D22625D0-D820-451E-94DC-31914F311704}" presName="root" presStyleCnt="0">
        <dgm:presLayoutVars>
          <dgm:chMax/>
          <dgm:chPref/>
          <dgm:animLvl val="lvl"/>
        </dgm:presLayoutVars>
      </dgm:prSet>
      <dgm:spPr/>
    </dgm:pt>
    <dgm:pt modelId="{BB946C51-F665-4655-98EC-9BE01F056CA9}" type="pres">
      <dgm:prSet presAssocID="{D22625D0-D820-451E-94DC-31914F311704}" presName="divider" presStyleLbl="fgAccFollowNode1" presStyleIdx="0" presStyleCnt="1"/>
      <dgm:spPr>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tailEnd type="triangle" w="lg" len="lg"/>
        </a:ln>
        <a:effectLst/>
      </dgm:spPr>
    </dgm:pt>
    <dgm:pt modelId="{8EB89444-3ACB-4E27-854E-3480EE13F4B4}" type="pres">
      <dgm:prSet presAssocID="{D22625D0-D820-451E-94DC-31914F311704}" presName="nodes" presStyleCnt="0">
        <dgm:presLayoutVars>
          <dgm:chMax/>
          <dgm:chPref/>
          <dgm:animLvl val="lvl"/>
        </dgm:presLayoutVars>
      </dgm:prSet>
      <dgm:spPr/>
    </dgm:pt>
    <dgm:pt modelId="{9449577D-33D9-429B-B80F-EDE6CC88C859}" type="pres">
      <dgm:prSet presAssocID="{8ACED8BA-C89F-4F39-9FE0-B490B96CBBB5}" presName="composite" presStyleCnt="0"/>
      <dgm:spPr/>
    </dgm:pt>
    <dgm:pt modelId="{0E7A0C4B-8475-4B07-8AF0-CE7AA40B725F}" type="pres">
      <dgm:prSet presAssocID="{8ACED8BA-C89F-4F39-9FE0-B490B96CBBB5}" presName="L1TextContainer" presStyleLbl="revTx" presStyleIdx="0" presStyleCnt="5">
        <dgm:presLayoutVars>
          <dgm:chMax val="1"/>
          <dgm:chPref val="1"/>
          <dgm:bulletEnabled val="1"/>
        </dgm:presLayoutVars>
      </dgm:prSet>
      <dgm:spPr/>
    </dgm:pt>
    <dgm:pt modelId="{0AE2E8C1-A3E1-409B-921B-39E59C4C7F2F}" type="pres">
      <dgm:prSet presAssocID="{8ACED8BA-C89F-4F39-9FE0-B490B96CBBB5}" presName="L2TextContainerWrapper" presStyleCnt="0">
        <dgm:presLayoutVars>
          <dgm:chMax val="0"/>
          <dgm:chPref val="0"/>
          <dgm:bulletEnabled val="1"/>
        </dgm:presLayoutVars>
      </dgm:prSet>
      <dgm:spPr/>
    </dgm:pt>
    <dgm:pt modelId="{FE458BD1-7AEC-4809-99D0-604C60A7318E}" type="pres">
      <dgm:prSet presAssocID="{8ACED8BA-C89F-4F39-9FE0-B490B96CBBB5}" presName="L2TextContainer" presStyleLbl="bgAcc1" presStyleIdx="0" presStyleCnt="5"/>
      <dgm:spPr/>
    </dgm:pt>
    <dgm:pt modelId="{83833BB3-E6E7-471E-8FE3-43FD500571E1}" type="pres">
      <dgm:prSet presAssocID="{8ACED8BA-C89F-4F39-9FE0-B490B96CBBB5}" presName="FlexibleEmptyPlaceHolder" presStyleCnt="0"/>
      <dgm:spPr/>
    </dgm:pt>
    <dgm:pt modelId="{E1693050-7FB4-4869-934B-E0475780E047}" type="pres">
      <dgm:prSet presAssocID="{8ACED8BA-C89F-4F39-9FE0-B490B96CBBB5}" presName="ConnectLine" presStyleLbl="sibTrans1D1" presStyleIdx="0" presStyleCnt="5"/>
      <dgm:spPr>
        <a:noFill/>
        <a:ln w="9525" cap="rnd" cmpd="sng" algn="ctr">
          <a:solidFill>
            <a:schemeClr val="accent2">
              <a:hueOff val="0"/>
              <a:satOff val="0"/>
              <a:lumOff val="0"/>
              <a:alphaOff val="0"/>
            </a:schemeClr>
          </a:solidFill>
          <a:prstDash val="dash"/>
        </a:ln>
        <a:effectLst/>
      </dgm:spPr>
    </dgm:pt>
    <dgm:pt modelId="{B33E3B4A-C4AA-4C30-BB33-B23C70FD8D98}" type="pres">
      <dgm:prSet presAssocID="{8ACED8BA-C89F-4F39-9FE0-B490B96CBBB5}" presName="ConnectorPoint" presStyleLbl="alignNode1" presStyleIdx="0" presStyleCnt="5"/>
      <dgm:spPr/>
    </dgm:pt>
    <dgm:pt modelId="{99C28B1F-9A0C-442F-B182-DF00E26E510C}" type="pres">
      <dgm:prSet presAssocID="{8ACED8BA-C89F-4F39-9FE0-B490B96CBBB5}" presName="EmptyPlaceHolder" presStyleCnt="0"/>
      <dgm:spPr/>
    </dgm:pt>
    <dgm:pt modelId="{CB592BF2-C077-4286-B293-7BEAEE1F5D4D}" type="pres">
      <dgm:prSet presAssocID="{0B82F910-FD00-4337-AFCB-42F791DF8D37}" presName="spaceBetweenRectangles" presStyleCnt="0"/>
      <dgm:spPr/>
    </dgm:pt>
    <dgm:pt modelId="{88D01B2A-3D29-4C7B-A591-6D3BDC3C8836}" type="pres">
      <dgm:prSet presAssocID="{5FC01C88-3266-4BE3-8CE7-A8F5CEB3A523}" presName="composite" presStyleCnt="0"/>
      <dgm:spPr/>
    </dgm:pt>
    <dgm:pt modelId="{0BE0C628-4B45-4AB0-8F35-5101B65DE45D}" type="pres">
      <dgm:prSet presAssocID="{5FC01C88-3266-4BE3-8CE7-A8F5CEB3A523}" presName="L1TextContainer" presStyleLbl="revTx" presStyleIdx="1" presStyleCnt="5">
        <dgm:presLayoutVars>
          <dgm:chMax val="1"/>
          <dgm:chPref val="1"/>
          <dgm:bulletEnabled val="1"/>
        </dgm:presLayoutVars>
      </dgm:prSet>
      <dgm:spPr/>
    </dgm:pt>
    <dgm:pt modelId="{E21167D2-482D-4CE3-B44A-D48131A302D4}" type="pres">
      <dgm:prSet presAssocID="{5FC01C88-3266-4BE3-8CE7-A8F5CEB3A523}" presName="L2TextContainerWrapper" presStyleCnt="0">
        <dgm:presLayoutVars>
          <dgm:chMax val="0"/>
          <dgm:chPref val="0"/>
          <dgm:bulletEnabled val="1"/>
        </dgm:presLayoutVars>
      </dgm:prSet>
      <dgm:spPr/>
    </dgm:pt>
    <dgm:pt modelId="{67989F2E-3494-42C4-89D0-470142BCCDDA}" type="pres">
      <dgm:prSet presAssocID="{5FC01C88-3266-4BE3-8CE7-A8F5CEB3A523}" presName="L2TextContainer" presStyleLbl="bgAcc1" presStyleIdx="1" presStyleCnt="5"/>
      <dgm:spPr/>
    </dgm:pt>
    <dgm:pt modelId="{65799E8E-68F3-4CAF-9388-2B354F72A61A}" type="pres">
      <dgm:prSet presAssocID="{5FC01C88-3266-4BE3-8CE7-A8F5CEB3A523}" presName="FlexibleEmptyPlaceHolder" presStyleCnt="0"/>
      <dgm:spPr/>
    </dgm:pt>
    <dgm:pt modelId="{9FCF3115-3727-46DD-AC96-DDB72B017630}" type="pres">
      <dgm:prSet presAssocID="{5FC01C88-3266-4BE3-8CE7-A8F5CEB3A523}" presName="ConnectLine" presStyleLbl="sibTrans1D1" presStyleIdx="1" presStyleCnt="5"/>
      <dgm:spPr>
        <a:noFill/>
        <a:ln w="9525" cap="rnd" cmpd="sng" algn="ctr">
          <a:solidFill>
            <a:schemeClr val="accent2">
              <a:hueOff val="338703"/>
              <a:satOff val="-1658"/>
              <a:lumOff val="931"/>
              <a:alphaOff val="0"/>
            </a:schemeClr>
          </a:solidFill>
          <a:prstDash val="dash"/>
        </a:ln>
        <a:effectLst/>
      </dgm:spPr>
    </dgm:pt>
    <dgm:pt modelId="{6C781575-FD69-4A9D-B29C-B0CC1E763A1D}" type="pres">
      <dgm:prSet presAssocID="{5FC01C88-3266-4BE3-8CE7-A8F5CEB3A523}" presName="ConnectorPoint" presStyleLbl="alignNode1" presStyleIdx="1" presStyleCnt="5"/>
      <dgm:spPr/>
    </dgm:pt>
    <dgm:pt modelId="{40D74552-77A6-49B9-8666-5A4E97890BFF}" type="pres">
      <dgm:prSet presAssocID="{5FC01C88-3266-4BE3-8CE7-A8F5CEB3A523}" presName="EmptyPlaceHolder" presStyleCnt="0"/>
      <dgm:spPr/>
    </dgm:pt>
    <dgm:pt modelId="{699B6C9A-B8C1-49D4-BF28-898EA8D1C00A}" type="pres">
      <dgm:prSet presAssocID="{7B25F62A-B6D0-4277-966B-4AD7E3FACE29}" presName="spaceBetweenRectangles" presStyleCnt="0"/>
      <dgm:spPr/>
    </dgm:pt>
    <dgm:pt modelId="{59A9D24A-31D5-48BF-933A-B04097126ECA}" type="pres">
      <dgm:prSet presAssocID="{F3BD4F0B-4958-43B3-867E-EDAC39CADD6D}" presName="composite" presStyleCnt="0"/>
      <dgm:spPr/>
    </dgm:pt>
    <dgm:pt modelId="{166DBDA9-F890-471C-A611-1771C96C02B1}" type="pres">
      <dgm:prSet presAssocID="{F3BD4F0B-4958-43B3-867E-EDAC39CADD6D}" presName="L1TextContainer" presStyleLbl="revTx" presStyleIdx="2" presStyleCnt="5">
        <dgm:presLayoutVars>
          <dgm:chMax val="1"/>
          <dgm:chPref val="1"/>
          <dgm:bulletEnabled val="1"/>
        </dgm:presLayoutVars>
      </dgm:prSet>
      <dgm:spPr/>
    </dgm:pt>
    <dgm:pt modelId="{B1A43E7F-7FA6-4DF4-A167-4905F1702757}" type="pres">
      <dgm:prSet presAssocID="{F3BD4F0B-4958-43B3-867E-EDAC39CADD6D}" presName="L2TextContainerWrapper" presStyleCnt="0">
        <dgm:presLayoutVars>
          <dgm:chMax val="0"/>
          <dgm:chPref val="0"/>
          <dgm:bulletEnabled val="1"/>
        </dgm:presLayoutVars>
      </dgm:prSet>
      <dgm:spPr/>
    </dgm:pt>
    <dgm:pt modelId="{7E41B18F-52F5-453F-8C28-4B0E6627A81D}" type="pres">
      <dgm:prSet presAssocID="{F3BD4F0B-4958-43B3-867E-EDAC39CADD6D}" presName="L2TextContainer" presStyleLbl="bgAcc1" presStyleIdx="2" presStyleCnt="5"/>
      <dgm:spPr/>
    </dgm:pt>
    <dgm:pt modelId="{C762493A-77AE-45DF-900D-A2A6923F38D6}" type="pres">
      <dgm:prSet presAssocID="{F3BD4F0B-4958-43B3-867E-EDAC39CADD6D}" presName="FlexibleEmptyPlaceHolder" presStyleCnt="0"/>
      <dgm:spPr/>
    </dgm:pt>
    <dgm:pt modelId="{ECC4FDDC-B420-4C9C-946B-13C6A5057A6E}" type="pres">
      <dgm:prSet presAssocID="{F3BD4F0B-4958-43B3-867E-EDAC39CADD6D}" presName="ConnectLine" presStyleLbl="sibTrans1D1" presStyleIdx="2" presStyleCnt="5"/>
      <dgm:spPr>
        <a:noFill/>
        <a:ln w="9525" cap="rnd" cmpd="sng" algn="ctr">
          <a:solidFill>
            <a:schemeClr val="accent2">
              <a:hueOff val="677407"/>
              <a:satOff val="-3316"/>
              <a:lumOff val="1862"/>
              <a:alphaOff val="0"/>
            </a:schemeClr>
          </a:solidFill>
          <a:prstDash val="dash"/>
        </a:ln>
        <a:effectLst/>
      </dgm:spPr>
    </dgm:pt>
    <dgm:pt modelId="{35182E54-02B9-4F21-8A07-266464E969C0}" type="pres">
      <dgm:prSet presAssocID="{F3BD4F0B-4958-43B3-867E-EDAC39CADD6D}" presName="ConnectorPoint" presStyleLbl="alignNode1" presStyleIdx="2" presStyleCnt="5"/>
      <dgm:spPr/>
    </dgm:pt>
    <dgm:pt modelId="{D2C7ABE6-516D-47B6-988B-AF5DD3C2C0E1}" type="pres">
      <dgm:prSet presAssocID="{F3BD4F0B-4958-43B3-867E-EDAC39CADD6D}" presName="EmptyPlaceHolder" presStyleCnt="0"/>
      <dgm:spPr/>
    </dgm:pt>
    <dgm:pt modelId="{BC27A285-5025-4BBF-A622-2E110D2A2D39}" type="pres">
      <dgm:prSet presAssocID="{A9DAFE51-FB30-47A5-AA4A-677C89ECBEF3}" presName="spaceBetweenRectangles" presStyleCnt="0"/>
      <dgm:spPr/>
    </dgm:pt>
    <dgm:pt modelId="{50A5C1DB-3D33-4391-AFDB-FDB7F0C664D9}" type="pres">
      <dgm:prSet presAssocID="{19452B49-7E74-4B66-BCBA-E3FB59632CDC}" presName="composite" presStyleCnt="0"/>
      <dgm:spPr/>
    </dgm:pt>
    <dgm:pt modelId="{36322BB4-80A5-422B-BF91-19EE87C988B9}" type="pres">
      <dgm:prSet presAssocID="{19452B49-7E74-4B66-BCBA-E3FB59632CDC}" presName="L1TextContainer" presStyleLbl="revTx" presStyleIdx="3" presStyleCnt="5">
        <dgm:presLayoutVars>
          <dgm:chMax val="1"/>
          <dgm:chPref val="1"/>
          <dgm:bulletEnabled val="1"/>
        </dgm:presLayoutVars>
      </dgm:prSet>
      <dgm:spPr/>
    </dgm:pt>
    <dgm:pt modelId="{A0D9C3AA-6F04-4AC7-8FB4-40CC27A61657}" type="pres">
      <dgm:prSet presAssocID="{19452B49-7E74-4B66-BCBA-E3FB59632CDC}" presName="L2TextContainerWrapper" presStyleCnt="0">
        <dgm:presLayoutVars>
          <dgm:chMax val="0"/>
          <dgm:chPref val="0"/>
          <dgm:bulletEnabled val="1"/>
        </dgm:presLayoutVars>
      </dgm:prSet>
      <dgm:spPr/>
    </dgm:pt>
    <dgm:pt modelId="{A42453A0-DD1C-40D0-BF3D-2C5F9F81D2F7}" type="pres">
      <dgm:prSet presAssocID="{19452B49-7E74-4B66-BCBA-E3FB59632CDC}" presName="L2TextContainer" presStyleLbl="bgAcc1" presStyleIdx="3" presStyleCnt="5"/>
      <dgm:spPr/>
    </dgm:pt>
    <dgm:pt modelId="{B362B1E3-5A11-44BB-A37C-06897F1BCE03}" type="pres">
      <dgm:prSet presAssocID="{19452B49-7E74-4B66-BCBA-E3FB59632CDC}" presName="FlexibleEmptyPlaceHolder" presStyleCnt="0"/>
      <dgm:spPr/>
    </dgm:pt>
    <dgm:pt modelId="{0EEAF070-E40A-4306-9051-3291DAA232DE}" type="pres">
      <dgm:prSet presAssocID="{19452B49-7E74-4B66-BCBA-E3FB59632CDC}" presName="ConnectLine" presStyleLbl="sibTrans1D1" presStyleIdx="3" presStyleCnt="5"/>
      <dgm:spPr>
        <a:noFill/>
        <a:ln w="9525" cap="rnd" cmpd="sng" algn="ctr">
          <a:solidFill>
            <a:schemeClr val="accent2">
              <a:hueOff val="1016110"/>
              <a:satOff val="-4974"/>
              <a:lumOff val="2794"/>
              <a:alphaOff val="0"/>
            </a:schemeClr>
          </a:solidFill>
          <a:prstDash val="dash"/>
        </a:ln>
        <a:effectLst/>
      </dgm:spPr>
    </dgm:pt>
    <dgm:pt modelId="{CF0237B3-8645-4A58-A904-3824FA271D36}" type="pres">
      <dgm:prSet presAssocID="{19452B49-7E74-4B66-BCBA-E3FB59632CDC}" presName="ConnectorPoint" presStyleLbl="alignNode1" presStyleIdx="3" presStyleCnt="5"/>
      <dgm:spPr/>
    </dgm:pt>
    <dgm:pt modelId="{A650683E-98E6-4F5F-85A1-3C96E9474DF1}" type="pres">
      <dgm:prSet presAssocID="{19452B49-7E74-4B66-BCBA-E3FB59632CDC}" presName="EmptyPlaceHolder" presStyleCnt="0"/>
      <dgm:spPr/>
    </dgm:pt>
    <dgm:pt modelId="{5E622D41-8989-4B06-88B3-4DCF970D1596}" type="pres">
      <dgm:prSet presAssocID="{5F022E11-AF19-4BBA-B8B4-96814CC06331}" presName="spaceBetweenRectangles" presStyleCnt="0"/>
      <dgm:spPr/>
    </dgm:pt>
    <dgm:pt modelId="{14FB795B-69B0-45D2-8646-CC4888B9B272}" type="pres">
      <dgm:prSet presAssocID="{39A1FF52-C02F-4147-9770-C31EEC1F0677}" presName="composite" presStyleCnt="0"/>
      <dgm:spPr/>
    </dgm:pt>
    <dgm:pt modelId="{67B3D942-923C-478B-BE06-DCD3A024004A}" type="pres">
      <dgm:prSet presAssocID="{39A1FF52-C02F-4147-9770-C31EEC1F0677}" presName="L1TextContainer" presStyleLbl="revTx" presStyleIdx="4" presStyleCnt="5">
        <dgm:presLayoutVars>
          <dgm:chMax val="1"/>
          <dgm:chPref val="1"/>
          <dgm:bulletEnabled val="1"/>
        </dgm:presLayoutVars>
      </dgm:prSet>
      <dgm:spPr/>
    </dgm:pt>
    <dgm:pt modelId="{A73E560F-9C82-4B26-845A-EF55A9D9EA7D}" type="pres">
      <dgm:prSet presAssocID="{39A1FF52-C02F-4147-9770-C31EEC1F0677}" presName="L2TextContainerWrapper" presStyleCnt="0">
        <dgm:presLayoutVars>
          <dgm:chMax val="0"/>
          <dgm:chPref val="0"/>
          <dgm:bulletEnabled val="1"/>
        </dgm:presLayoutVars>
      </dgm:prSet>
      <dgm:spPr/>
    </dgm:pt>
    <dgm:pt modelId="{C1420E23-41A3-41D8-BD61-265A8E04A467}" type="pres">
      <dgm:prSet presAssocID="{39A1FF52-C02F-4147-9770-C31EEC1F0677}" presName="L2TextContainer" presStyleLbl="bgAcc1" presStyleIdx="4" presStyleCnt="5"/>
      <dgm:spPr/>
    </dgm:pt>
    <dgm:pt modelId="{5C0C3279-CA9A-4EB7-A5CD-0AEE4A9DEA83}" type="pres">
      <dgm:prSet presAssocID="{39A1FF52-C02F-4147-9770-C31EEC1F0677}" presName="FlexibleEmptyPlaceHolder" presStyleCnt="0"/>
      <dgm:spPr/>
    </dgm:pt>
    <dgm:pt modelId="{07AD6D9B-CF7D-4034-A8B8-2C2EFF5D7BEF}" type="pres">
      <dgm:prSet presAssocID="{39A1FF52-C02F-4147-9770-C31EEC1F0677}" presName="ConnectLine" presStyleLbl="sibTrans1D1" presStyleIdx="4" presStyleCnt="5"/>
      <dgm:spPr>
        <a:noFill/>
        <a:ln w="9525" cap="rnd" cmpd="sng" algn="ctr">
          <a:solidFill>
            <a:schemeClr val="accent2">
              <a:hueOff val="1354814"/>
              <a:satOff val="-6632"/>
              <a:lumOff val="3725"/>
              <a:alphaOff val="0"/>
            </a:schemeClr>
          </a:solidFill>
          <a:prstDash val="dash"/>
        </a:ln>
        <a:effectLst/>
      </dgm:spPr>
    </dgm:pt>
    <dgm:pt modelId="{A7172041-0E71-4213-A88F-FE3B221F2204}" type="pres">
      <dgm:prSet presAssocID="{39A1FF52-C02F-4147-9770-C31EEC1F0677}" presName="ConnectorPoint" presStyleLbl="alignNode1" presStyleIdx="4" presStyleCnt="5"/>
      <dgm:spPr/>
    </dgm:pt>
    <dgm:pt modelId="{1BA7146E-8B94-4AD1-8702-ED1F0054B260}" type="pres">
      <dgm:prSet presAssocID="{39A1FF52-C02F-4147-9770-C31EEC1F0677}" presName="EmptyPlaceHolder" presStyleCnt="0"/>
      <dgm:spPr/>
    </dgm:pt>
  </dgm:ptLst>
  <dgm:cxnLst>
    <dgm:cxn modelId="{DFD36921-9D68-4A3A-8A0A-6F39DE2B7830}" srcId="{D22625D0-D820-451E-94DC-31914F311704}" destId="{F3BD4F0B-4958-43B3-867E-EDAC39CADD6D}" srcOrd="2" destOrd="0" parTransId="{4CAFCE82-E63C-4C9E-A64B-3E215B5F6A89}" sibTransId="{A9DAFE51-FB30-47A5-AA4A-677C89ECBEF3}"/>
    <dgm:cxn modelId="{F8B45C41-3CE1-4299-B2DA-B85077F9F4B9}" srcId="{D22625D0-D820-451E-94DC-31914F311704}" destId="{5FC01C88-3266-4BE3-8CE7-A8F5CEB3A523}" srcOrd="1" destOrd="0" parTransId="{64F0126D-1AAE-40F6-97A2-E3C2D6F5276D}" sibTransId="{7B25F62A-B6D0-4277-966B-4AD7E3FACE29}"/>
    <dgm:cxn modelId="{61B3A161-39C2-4519-AAF5-524E15DF8D1B}" type="presOf" srcId="{D9BF489E-1166-4564-9392-73F277BF931E}" destId="{FE458BD1-7AEC-4809-99D0-604C60A7318E}" srcOrd="0" destOrd="0" presId="urn:microsoft.com/office/officeart/2016/7/layout/BasicTimeline"/>
    <dgm:cxn modelId="{4149C668-B932-4432-B0F1-FB5354170EA0}" srcId="{8ACED8BA-C89F-4F39-9FE0-B490B96CBBB5}" destId="{D9BF489E-1166-4564-9392-73F277BF931E}" srcOrd="0" destOrd="0" parTransId="{D55C6B0F-299D-4C4C-ADEA-653669C33A93}" sibTransId="{EB8C0DD6-C1CA-49E6-AC59-986BD14BA7DD}"/>
    <dgm:cxn modelId="{17DCF853-268C-413C-A417-FE6DD9A9230A}" type="presOf" srcId="{8ACED8BA-C89F-4F39-9FE0-B490B96CBBB5}" destId="{0E7A0C4B-8475-4B07-8AF0-CE7AA40B725F}" srcOrd="0" destOrd="0" presId="urn:microsoft.com/office/officeart/2016/7/layout/BasicTimeline"/>
    <dgm:cxn modelId="{34D4F953-D7BB-4FBC-8DA4-7DF69F7B44F5}" type="presOf" srcId="{8CF10D61-C62B-4170-ACC8-A8FBBBA0D4B7}" destId="{C1420E23-41A3-41D8-BD61-265A8E04A467}" srcOrd="0" destOrd="0" presId="urn:microsoft.com/office/officeart/2016/7/layout/BasicTimeline"/>
    <dgm:cxn modelId="{A733EC5A-FD45-46E4-B913-3F08FB8EBA69}" type="presOf" srcId="{91548A70-1E1F-4240-AF2B-CF962C81AAF9}" destId="{67989F2E-3494-42C4-89D0-470142BCCDDA}" srcOrd="0" destOrd="0" presId="urn:microsoft.com/office/officeart/2016/7/layout/BasicTimeline"/>
    <dgm:cxn modelId="{32720A83-D43E-4773-A0CD-38B0A4E99B0E}" type="presOf" srcId="{39A1FF52-C02F-4147-9770-C31EEC1F0677}" destId="{67B3D942-923C-478B-BE06-DCD3A024004A}" srcOrd="0" destOrd="0" presId="urn:microsoft.com/office/officeart/2016/7/layout/BasicTimeline"/>
    <dgm:cxn modelId="{A6A8CC83-2A51-4B46-B37C-2F947F1ECDF2}" type="presOf" srcId="{8AEF9AE6-E1F3-457E-9E64-D54A15797C34}" destId="{A42453A0-DD1C-40D0-BF3D-2C5F9F81D2F7}" srcOrd="0" destOrd="0" presId="urn:microsoft.com/office/officeart/2016/7/layout/BasicTimeline"/>
    <dgm:cxn modelId="{1F062685-7922-429F-A46E-5E0E3A2D9A5D}" type="presOf" srcId="{F3BD4F0B-4958-43B3-867E-EDAC39CADD6D}" destId="{166DBDA9-F890-471C-A611-1771C96C02B1}" srcOrd="0" destOrd="0" presId="urn:microsoft.com/office/officeart/2016/7/layout/BasicTimeline"/>
    <dgm:cxn modelId="{2A417B95-FD35-4E1F-BBB4-4BAB53B689FD}" srcId="{D22625D0-D820-451E-94DC-31914F311704}" destId="{39A1FF52-C02F-4147-9770-C31EEC1F0677}" srcOrd="4" destOrd="0" parTransId="{057B33F5-BC42-4DC1-AF4C-8442EDD506D3}" sibTransId="{2836BF5C-6C67-4E10-A1F5-5EAB55961DDE}"/>
    <dgm:cxn modelId="{17A28A97-D2E3-46E4-8937-9B54C8D08EAA}" type="presOf" srcId="{5FC01C88-3266-4BE3-8CE7-A8F5CEB3A523}" destId="{0BE0C628-4B45-4AB0-8F35-5101B65DE45D}" srcOrd="0" destOrd="0" presId="urn:microsoft.com/office/officeart/2016/7/layout/BasicTimeline"/>
    <dgm:cxn modelId="{E3BE9C9F-583B-42AE-B83B-E7AFE18DC7C8}" type="presOf" srcId="{19452B49-7E74-4B66-BCBA-E3FB59632CDC}" destId="{36322BB4-80A5-422B-BF91-19EE87C988B9}" srcOrd="0" destOrd="0" presId="urn:microsoft.com/office/officeart/2016/7/layout/BasicTimeline"/>
    <dgm:cxn modelId="{A77AECA1-0647-4FEE-B790-11B8F1EA4C40}" type="presOf" srcId="{D22625D0-D820-451E-94DC-31914F311704}" destId="{1C043F6B-4100-4F08-97BA-1A45C6AD7990}" srcOrd="0" destOrd="0" presId="urn:microsoft.com/office/officeart/2016/7/layout/BasicTimeline"/>
    <dgm:cxn modelId="{23B443AC-D447-4249-86F6-47E4DBEA8891}" srcId="{F3BD4F0B-4958-43B3-867E-EDAC39CADD6D}" destId="{9DF4EEFE-54B1-49E5-853E-ACCC3EB78D7C}" srcOrd="0" destOrd="0" parTransId="{C1D43B1C-518D-4255-90EF-70285A09A743}" sibTransId="{0F882AC0-FE96-4D6D-8947-96AB9F5DAF7F}"/>
    <dgm:cxn modelId="{61FCA1C1-7977-4DD5-86EF-EFF725E34254}" srcId="{5FC01C88-3266-4BE3-8CE7-A8F5CEB3A523}" destId="{91548A70-1E1F-4240-AF2B-CF962C81AAF9}" srcOrd="0" destOrd="0" parTransId="{BFB84A35-B260-48D3-90D7-49C7CED7AED9}" sibTransId="{D608266E-2210-4894-9B01-CDCC96BD27F4}"/>
    <dgm:cxn modelId="{DCCE3EC3-BD2A-46D6-87B3-0AAD37958A87}" srcId="{19452B49-7E74-4B66-BCBA-E3FB59632CDC}" destId="{8AEF9AE6-E1F3-457E-9E64-D54A15797C34}" srcOrd="0" destOrd="0" parTransId="{08F617FF-6E25-428E-BAA4-F208CA0C4950}" sibTransId="{1C9260CE-94B6-4071-8105-8ED144B87A86}"/>
    <dgm:cxn modelId="{7F0031C7-4877-41C6-8F75-EEECB2B9AC7F}" srcId="{39A1FF52-C02F-4147-9770-C31EEC1F0677}" destId="{8CF10D61-C62B-4170-ACC8-A8FBBBA0D4B7}" srcOrd="0" destOrd="0" parTransId="{17DD3D82-1885-4BB2-A026-BCA90C4DABB9}" sibTransId="{C1E68349-20DB-4A87-A1C8-550926EC53D8}"/>
    <dgm:cxn modelId="{A38901CD-7707-41E4-BB25-50FFA02D7DB2}" type="presOf" srcId="{9DF4EEFE-54B1-49E5-853E-ACCC3EB78D7C}" destId="{7E41B18F-52F5-453F-8C28-4B0E6627A81D}" srcOrd="0" destOrd="0" presId="urn:microsoft.com/office/officeart/2016/7/layout/BasicTimeline"/>
    <dgm:cxn modelId="{B61905D3-9783-439D-9817-25FB38F2C37F}" srcId="{D22625D0-D820-451E-94DC-31914F311704}" destId="{19452B49-7E74-4B66-BCBA-E3FB59632CDC}" srcOrd="3" destOrd="0" parTransId="{1FE94C8E-AE3E-4FAC-AD2E-3794D3D08C83}" sibTransId="{5F022E11-AF19-4BBA-B8B4-96814CC06331}"/>
    <dgm:cxn modelId="{55DC69F8-393B-4136-843C-152BB44B3E01}" srcId="{D22625D0-D820-451E-94DC-31914F311704}" destId="{8ACED8BA-C89F-4F39-9FE0-B490B96CBBB5}" srcOrd="0" destOrd="0" parTransId="{51E32A9A-468B-46EC-9037-883EAE383C91}" sibTransId="{0B82F910-FD00-4337-AFCB-42F791DF8D37}"/>
    <dgm:cxn modelId="{DC181FA4-FCF5-46AC-B4E6-8376FA550FCB}" type="presParOf" srcId="{1C043F6B-4100-4F08-97BA-1A45C6AD7990}" destId="{BB946C51-F665-4655-98EC-9BE01F056CA9}" srcOrd="0" destOrd="0" presId="urn:microsoft.com/office/officeart/2016/7/layout/BasicTimeline"/>
    <dgm:cxn modelId="{686F3919-7847-4D27-B8BA-E6931FD55503}" type="presParOf" srcId="{1C043F6B-4100-4F08-97BA-1A45C6AD7990}" destId="{8EB89444-3ACB-4E27-854E-3480EE13F4B4}" srcOrd="1" destOrd="0" presId="urn:microsoft.com/office/officeart/2016/7/layout/BasicTimeline"/>
    <dgm:cxn modelId="{D1A1438D-112F-4E9F-9F93-F9A6F1F2F968}" type="presParOf" srcId="{8EB89444-3ACB-4E27-854E-3480EE13F4B4}" destId="{9449577D-33D9-429B-B80F-EDE6CC88C859}" srcOrd="0" destOrd="0" presId="urn:microsoft.com/office/officeart/2016/7/layout/BasicTimeline"/>
    <dgm:cxn modelId="{908ACD1D-054A-43A1-8603-5107415372D8}" type="presParOf" srcId="{9449577D-33D9-429B-B80F-EDE6CC88C859}" destId="{0E7A0C4B-8475-4B07-8AF0-CE7AA40B725F}" srcOrd="0" destOrd="0" presId="urn:microsoft.com/office/officeart/2016/7/layout/BasicTimeline"/>
    <dgm:cxn modelId="{AA8A696F-FA1E-4DB1-82C0-72E02D89719E}" type="presParOf" srcId="{9449577D-33D9-429B-B80F-EDE6CC88C859}" destId="{0AE2E8C1-A3E1-409B-921B-39E59C4C7F2F}" srcOrd="1" destOrd="0" presId="urn:microsoft.com/office/officeart/2016/7/layout/BasicTimeline"/>
    <dgm:cxn modelId="{AF71AAD4-65CC-440D-92B6-E842D69D5A0F}" type="presParOf" srcId="{0AE2E8C1-A3E1-409B-921B-39E59C4C7F2F}" destId="{FE458BD1-7AEC-4809-99D0-604C60A7318E}" srcOrd="0" destOrd="0" presId="urn:microsoft.com/office/officeart/2016/7/layout/BasicTimeline"/>
    <dgm:cxn modelId="{E544AB67-4C88-4142-B41F-F1B20F7C0A5D}" type="presParOf" srcId="{0AE2E8C1-A3E1-409B-921B-39E59C4C7F2F}" destId="{83833BB3-E6E7-471E-8FE3-43FD500571E1}" srcOrd="1" destOrd="0" presId="urn:microsoft.com/office/officeart/2016/7/layout/BasicTimeline"/>
    <dgm:cxn modelId="{5443775A-91D9-4611-8367-A0DB50D59C90}" type="presParOf" srcId="{9449577D-33D9-429B-B80F-EDE6CC88C859}" destId="{E1693050-7FB4-4869-934B-E0475780E047}" srcOrd="2" destOrd="0" presId="urn:microsoft.com/office/officeart/2016/7/layout/BasicTimeline"/>
    <dgm:cxn modelId="{33A61F1E-220C-45D1-A49C-DD7FDD10B768}" type="presParOf" srcId="{9449577D-33D9-429B-B80F-EDE6CC88C859}" destId="{B33E3B4A-C4AA-4C30-BB33-B23C70FD8D98}" srcOrd="3" destOrd="0" presId="urn:microsoft.com/office/officeart/2016/7/layout/BasicTimeline"/>
    <dgm:cxn modelId="{C075AEC9-C6E0-4B38-81DD-C7F56F994001}" type="presParOf" srcId="{9449577D-33D9-429B-B80F-EDE6CC88C859}" destId="{99C28B1F-9A0C-442F-B182-DF00E26E510C}" srcOrd="4" destOrd="0" presId="urn:microsoft.com/office/officeart/2016/7/layout/BasicTimeline"/>
    <dgm:cxn modelId="{143FEA70-596F-4225-A2E6-8C37EC83C079}" type="presParOf" srcId="{8EB89444-3ACB-4E27-854E-3480EE13F4B4}" destId="{CB592BF2-C077-4286-B293-7BEAEE1F5D4D}" srcOrd="1" destOrd="0" presId="urn:microsoft.com/office/officeart/2016/7/layout/BasicTimeline"/>
    <dgm:cxn modelId="{0E83DF42-DF91-4B13-9151-3E594EB79BFC}" type="presParOf" srcId="{8EB89444-3ACB-4E27-854E-3480EE13F4B4}" destId="{88D01B2A-3D29-4C7B-A591-6D3BDC3C8836}" srcOrd="2" destOrd="0" presId="urn:microsoft.com/office/officeart/2016/7/layout/BasicTimeline"/>
    <dgm:cxn modelId="{F2800F00-9BF9-473D-9D88-2C2C66829457}" type="presParOf" srcId="{88D01B2A-3D29-4C7B-A591-6D3BDC3C8836}" destId="{0BE0C628-4B45-4AB0-8F35-5101B65DE45D}" srcOrd="0" destOrd="0" presId="urn:microsoft.com/office/officeart/2016/7/layout/BasicTimeline"/>
    <dgm:cxn modelId="{5C6C13D1-135A-4318-A486-1EAAB9E94516}" type="presParOf" srcId="{88D01B2A-3D29-4C7B-A591-6D3BDC3C8836}" destId="{E21167D2-482D-4CE3-B44A-D48131A302D4}" srcOrd="1" destOrd="0" presId="urn:microsoft.com/office/officeart/2016/7/layout/BasicTimeline"/>
    <dgm:cxn modelId="{796927E8-E1A1-4DB7-BB27-9A39683E6B6C}" type="presParOf" srcId="{E21167D2-482D-4CE3-B44A-D48131A302D4}" destId="{67989F2E-3494-42C4-89D0-470142BCCDDA}" srcOrd="0" destOrd="0" presId="urn:microsoft.com/office/officeart/2016/7/layout/BasicTimeline"/>
    <dgm:cxn modelId="{A52A5817-09EE-4278-9C22-3A59400A5D3D}" type="presParOf" srcId="{E21167D2-482D-4CE3-B44A-D48131A302D4}" destId="{65799E8E-68F3-4CAF-9388-2B354F72A61A}" srcOrd="1" destOrd="0" presId="urn:microsoft.com/office/officeart/2016/7/layout/BasicTimeline"/>
    <dgm:cxn modelId="{23D2CD06-E317-42FA-A41D-0EE9EE569BED}" type="presParOf" srcId="{88D01B2A-3D29-4C7B-A591-6D3BDC3C8836}" destId="{9FCF3115-3727-46DD-AC96-DDB72B017630}" srcOrd="2" destOrd="0" presId="urn:microsoft.com/office/officeart/2016/7/layout/BasicTimeline"/>
    <dgm:cxn modelId="{7651DB98-2383-47A2-9CAC-9CBA9E5D9347}" type="presParOf" srcId="{88D01B2A-3D29-4C7B-A591-6D3BDC3C8836}" destId="{6C781575-FD69-4A9D-B29C-B0CC1E763A1D}" srcOrd="3" destOrd="0" presId="urn:microsoft.com/office/officeart/2016/7/layout/BasicTimeline"/>
    <dgm:cxn modelId="{99823448-68E0-4457-BA81-55244ED48648}" type="presParOf" srcId="{88D01B2A-3D29-4C7B-A591-6D3BDC3C8836}" destId="{40D74552-77A6-49B9-8666-5A4E97890BFF}" srcOrd="4" destOrd="0" presId="urn:microsoft.com/office/officeart/2016/7/layout/BasicTimeline"/>
    <dgm:cxn modelId="{4621C8CF-8F40-4A3D-BF68-0C1AB65DFF65}" type="presParOf" srcId="{8EB89444-3ACB-4E27-854E-3480EE13F4B4}" destId="{699B6C9A-B8C1-49D4-BF28-898EA8D1C00A}" srcOrd="3" destOrd="0" presId="urn:microsoft.com/office/officeart/2016/7/layout/BasicTimeline"/>
    <dgm:cxn modelId="{CD9207D7-F852-4B5E-8BB1-9500D5C47CED}" type="presParOf" srcId="{8EB89444-3ACB-4E27-854E-3480EE13F4B4}" destId="{59A9D24A-31D5-48BF-933A-B04097126ECA}" srcOrd="4" destOrd="0" presId="urn:microsoft.com/office/officeart/2016/7/layout/BasicTimeline"/>
    <dgm:cxn modelId="{9C713097-C367-4268-957C-09E2C6B38092}" type="presParOf" srcId="{59A9D24A-31D5-48BF-933A-B04097126ECA}" destId="{166DBDA9-F890-471C-A611-1771C96C02B1}" srcOrd="0" destOrd="0" presId="urn:microsoft.com/office/officeart/2016/7/layout/BasicTimeline"/>
    <dgm:cxn modelId="{925ED761-4F04-429E-94C2-FE3CA52279EA}" type="presParOf" srcId="{59A9D24A-31D5-48BF-933A-B04097126ECA}" destId="{B1A43E7F-7FA6-4DF4-A167-4905F1702757}" srcOrd="1" destOrd="0" presId="urn:microsoft.com/office/officeart/2016/7/layout/BasicTimeline"/>
    <dgm:cxn modelId="{E0DCAEA0-22E2-462D-9A70-8B1768BC7B84}" type="presParOf" srcId="{B1A43E7F-7FA6-4DF4-A167-4905F1702757}" destId="{7E41B18F-52F5-453F-8C28-4B0E6627A81D}" srcOrd="0" destOrd="0" presId="urn:microsoft.com/office/officeart/2016/7/layout/BasicTimeline"/>
    <dgm:cxn modelId="{F848975B-36C8-4028-AD89-A3C40C8F22EE}" type="presParOf" srcId="{B1A43E7F-7FA6-4DF4-A167-4905F1702757}" destId="{C762493A-77AE-45DF-900D-A2A6923F38D6}" srcOrd="1" destOrd="0" presId="urn:microsoft.com/office/officeart/2016/7/layout/BasicTimeline"/>
    <dgm:cxn modelId="{606D423F-1855-42B8-8EEB-F988DFE5D7F5}" type="presParOf" srcId="{59A9D24A-31D5-48BF-933A-B04097126ECA}" destId="{ECC4FDDC-B420-4C9C-946B-13C6A5057A6E}" srcOrd="2" destOrd="0" presId="urn:microsoft.com/office/officeart/2016/7/layout/BasicTimeline"/>
    <dgm:cxn modelId="{F7FDCC43-9D71-4FD4-96D9-9073AAF07A8E}" type="presParOf" srcId="{59A9D24A-31D5-48BF-933A-B04097126ECA}" destId="{35182E54-02B9-4F21-8A07-266464E969C0}" srcOrd="3" destOrd="0" presId="urn:microsoft.com/office/officeart/2016/7/layout/BasicTimeline"/>
    <dgm:cxn modelId="{F4BA6710-0406-40DE-B37B-3F2820EF2121}" type="presParOf" srcId="{59A9D24A-31D5-48BF-933A-B04097126ECA}" destId="{D2C7ABE6-516D-47B6-988B-AF5DD3C2C0E1}" srcOrd="4" destOrd="0" presId="urn:microsoft.com/office/officeart/2016/7/layout/BasicTimeline"/>
    <dgm:cxn modelId="{1D44BF9B-4781-4BB3-9862-413389F21E84}" type="presParOf" srcId="{8EB89444-3ACB-4E27-854E-3480EE13F4B4}" destId="{BC27A285-5025-4BBF-A622-2E110D2A2D39}" srcOrd="5" destOrd="0" presId="urn:microsoft.com/office/officeart/2016/7/layout/BasicTimeline"/>
    <dgm:cxn modelId="{DF2C06ED-57E5-4D74-AE34-2C2B5A4C89DA}" type="presParOf" srcId="{8EB89444-3ACB-4E27-854E-3480EE13F4B4}" destId="{50A5C1DB-3D33-4391-AFDB-FDB7F0C664D9}" srcOrd="6" destOrd="0" presId="urn:microsoft.com/office/officeart/2016/7/layout/BasicTimeline"/>
    <dgm:cxn modelId="{CB287D84-9991-4E42-A5E2-97CC5D723F96}" type="presParOf" srcId="{50A5C1DB-3D33-4391-AFDB-FDB7F0C664D9}" destId="{36322BB4-80A5-422B-BF91-19EE87C988B9}" srcOrd="0" destOrd="0" presId="urn:microsoft.com/office/officeart/2016/7/layout/BasicTimeline"/>
    <dgm:cxn modelId="{F5059EF2-17CA-4DCF-9240-96AE3CDCFC25}" type="presParOf" srcId="{50A5C1DB-3D33-4391-AFDB-FDB7F0C664D9}" destId="{A0D9C3AA-6F04-4AC7-8FB4-40CC27A61657}" srcOrd="1" destOrd="0" presId="urn:microsoft.com/office/officeart/2016/7/layout/BasicTimeline"/>
    <dgm:cxn modelId="{18B7F391-2F6F-47D0-8B43-CAC99B77F83B}" type="presParOf" srcId="{A0D9C3AA-6F04-4AC7-8FB4-40CC27A61657}" destId="{A42453A0-DD1C-40D0-BF3D-2C5F9F81D2F7}" srcOrd="0" destOrd="0" presId="urn:microsoft.com/office/officeart/2016/7/layout/BasicTimeline"/>
    <dgm:cxn modelId="{DD561FC3-86B5-4126-8E2B-4087EEFE458D}" type="presParOf" srcId="{A0D9C3AA-6F04-4AC7-8FB4-40CC27A61657}" destId="{B362B1E3-5A11-44BB-A37C-06897F1BCE03}" srcOrd="1" destOrd="0" presId="urn:microsoft.com/office/officeart/2016/7/layout/BasicTimeline"/>
    <dgm:cxn modelId="{1199C2A7-079D-4EE0-A6C6-9B5DD5908800}" type="presParOf" srcId="{50A5C1DB-3D33-4391-AFDB-FDB7F0C664D9}" destId="{0EEAF070-E40A-4306-9051-3291DAA232DE}" srcOrd="2" destOrd="0" presId="urn:microsoft.com/office/officeart/2016/7/layout/BasicTimeline"/>
    <dgm:cxn modelId="{72242377-E4EC-479D-AC54-AA33A04E49C0}" type="presParOf" srcId="{50A5C1DB-3D33-4391-AFDB-FDB7F0C664D9}" destId="{CF0237B3-8645-4A58-A904-3824FA271D36}" srcOrd="3" destOrd="0" presId="urn:microsoft.com/office/officeart/2016/7/layout/BasicTimeline"/>
    <dgm:cxn modelId="{0C9A01CF-1D75-4DF7-A1D5-9AF2964898F9}" type="presParOf" srcId="{50A5C1DB-3D33-4391-AFDB-FDB7F0C664D9}" destId="{A650683E-98E6-4F5F-85A1-3C96E9474DF1}" srcOrd="4" destOrd="0" presId="urn:microsoft.com/office/officeart/2016/7/layout/BasicTimeline"/>
    <dgm:cxn modelId="{A5B2E31C-FD00-4372-8119-5C460048F2CA}" type="presParOf" srcId="{8EB89444-3ACB-4E27-854E-3480EE13F4B4}" destId="{5E622D41-8989-4B06-88B3-4DCF970D1596}" srcOrd="7" destOrd="0" presId="urn:microsoft.com/office/officeart/2016/7/layout/BasicTimeline"/>
    <dgm:cxn modelId="{73DAD2C9-1E57-4698-B85F-D34F5070981C}" type="presParOf" srcId="{8EB89444-3ACB-4E27-854E-3480EE13F4B4}" destId="{14FB795B-69B0-45D2-8646-CC4888B9B272}" srcOrd="8" destOrd="0" presId="urn:microsoft.com/office/officeart/2016/7/layout/BasicTimeline"/>
    <dgm:cxn modelId="{9F1D8391-9D7D-4A8C-81DC-E14090342B8A}" type="presParOf" srcId="{14FB795B-69B0-45D2-8646-CC4888B9B272}" destId="{67B3D942-923C-478B-BE06-DCD3A024004A}" srcOrd="0" destOrd="0" presId="urn:microsoft.com/office/officeart/2016/7/layout/BasicTimeline"/>
    <dgm:cxn modelId="{6C41F938-5C53-4E07-84F4-70FA05FAC811}" type="presParOf" srcId="{14FB795B-69B0-45D2-8646-CC4888B9B272}" destId="{A73E560F-9C82-4B26-845A-EF55A9D9EA7D}" srcOrd="1" destOrd="0" presId="urn:microsoft.com/office/officeart/2016/7/layout/BasicTimeline"/>
    <dgm:cxn modelId="{F843B507-0982-44AD-A8F7-AAD504ED5536}" type="presParOf" srcId="{A73E560F-9C82-4B26-845A-EF55A9D9EA7D}" destId="{C1420E23-41A3-41D8-BD61-265A8E04A467}" srcOrd="0" destOrd="0" presId="urn:microsoft.com/office/officeart/2016/7/layout/BasicTimeline"/>
    <dgm:cxn modelId="{31ACA8CE-5E73-41A9-8ED5-BE065D96C889}" type="presParOf" srcId="{A73E560F-9C82-4B26-845A-EF55A9D9EA7D}" destId="{5C0C3279-CA9A-4EB7-A5CD-0AEE4A9DEA83}" srcOrd="1" destOrd="0" presId="urn:microsoft.com/office/officeart/2016/7/layout/BasicTimeline"/>
    <dgm:cxn modelId="{CA81B199-8EF0-4E04-B4FE-DE7FBF189787}" type="presParOf" srcId="{14FB795B-69B0-45D2-8646-CC4888B9B272}" destId="{07AD6D9B-CF7D-4034-A8B8-2C2EFF5D7BEF}" srcOrd="2" destOrd="0" presId="urn:microsoft.com/office/officeart/2016/7/layout/BasicTimeline"/>
    <dgm:cxn modelId="{F6AE52AA-450D-4673-B70D-8C9EFFE0DB1B}" type="presParOf" srcId="{14FB795B-69B0-45D2-8646-CC4888B9B272}" destId="{A7172041-0E71-4213-A88F-FE3B221F2204}" srcOrd="3" destOrd="0" presId="urn:microsoft.com/office/officeart/2016/7/layout/BasicTimeline"/>
    <dgm:cxn modelId="{31A1C114-079C-4386-A38D-5D7721F8DEBA}" type="presParOf" srcId="{14FB795B-69B0-45D2-8646-CC4888B9B272}" destId="{1BA7146E-8B94-4AD1-8702-ED1F0054B260}" srcOrd="4" destOrd="0" presId="urn:microsoft.com/office/officeart/2016/7/layout/Basic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9500E-1776-4BCD-AFAD-1D931A22E051}">
      <dsp:nvSpPr>
        <dsp:cNvPr id="0" name=""/>
        <dsp:cNvSpPr/>
      </dsp:nvSpPr>
      <dsp:spPr>
        <a:xfrm>
          <a:off x="1122997" y="1491"/>
          <a:ext cx="4491989" cy="1529047"/>
        </a:xfrm>
        <a:prstGeom prst="rect">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157" tIns="388378" rIns="87157" bIns="388378"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Corbel Light" panose="020B0303020204020204" pitchFamily="34" charset="0"/>
            </a:rPr>
            <a:t>Deep Reinforcement Learning</a:t>
          </a:r>
        </a:p>
      </dsp:txBody>
      <dsp:txXfrm>
        <a:off x="1122997" y="1491"/>
        <a:ext cx="4491989" cy="1529047"/>
      </dsp:txXfrm>
    </dsp:sp>
    <dsp:sp modelId="{0D79CFF3-92A8-48CB-B0D2-CA51FF64863F}">
      <dsp:nvSpPr>
        <dsp:cNvPr id="0" name=""/>
        <dsp:cNvSpPr/>
      </dsp:nvSpPr>
      <dsp:spPr>
        <a:xfrm>
          <a:off x="0" y="1491"/>
          <a:ext cx="1122997" cy="1529047"/>
        </a:xfrm>
        <a:prstGeom prst="rect">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425" tIns="151036" rIns="59425" bIns="151036" numCol="1" spcCol="1270" anchor="ctr" anchorCtr="0">
          <a:noAutofit/>
        </a:bodyPr>
        <a:lstStyle/>
        <a:p>
          <a:pPr marL="0" lvl="0" indent="0" algn="ctr" defTabSz="666750">
            <a:lnSpc>
              <a:spcPct val="90000"/>
            </a:lnSpc>
            <a:spcBef>
              <a:spcPct val="0"/>
            </a:spcBef>
            <a:spcAft>
              <a:spcPct val="35000"/>
            </a:spcAft>
            <a:buNone/>
          </a:pPr>
          <a:r>
            <a:rPr lang="en-US" sz="1500" kern="1200"/>
            <a:t>Develop and integrate</a:t>
          </a:r>
        </a:p>
      </dsp:txBody>
      <dsp:txXfrm>
        <a:off x="0" y="1491"/>
        <a:ext cx="1122997" cy="1529047"/>
      </dsp:txXfrm>
    </dsp:sp>
    <dsp:sp modelId="{AC3095E2-9C63-46D6-979E-D396E968683A}">
      <dsp:nvSpPr>
        <dsp:cNvPr id="0" name=""/>
        <dsp:cNvSpPr/>
      </dsp:nvSpPr>
      <dsp:spPr>
        <a:xfrm>
          <a:off x="1122997" y="1622282"/>
          <a:ext cx="4491989" cy="1529047"/>
        </a:xfrm>
        <a:prstGeom prst="rect">
          <a:avLst/>
        </a:prstGeom>
        <a:solidFill>
          <a:schemeClr val="accent5">
            <a:tint val="40000"/>
            <a:alpha val="90000"/>
            <a:hueOff val="3014507"/>
            <a:satOff val="29"/>
            <a:lumOff val="232"/>
            <a:alphaOff val="0"/>
          </a:schemeClr>
        </a:solidFill>
        <a:ln w="19050" cap="rnd" cmpd="sng" algn="ctr">
          <a:solidFill>
            <a:schemeClr val="accent5">
              <a:tint val="40000"/>
              <a:alpha val="90000"/>
              <a:hueOff val="3014507"/>
              <a:satOff val="29"/>
              <a:lumOff val="232"/>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157" tIns="388378" rIns="87157" bIns="388378"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Corbel Light" panose="020B0303020204020204" pitchFamily="34" charset="0"/>
            </a:rPr>
            <a:t>Metaheuristic Benchmarks: Implement Ant Colony Optimization (ACO)and Swarm Intelligence as an advanced, non-learning-based comparison method.</a:t>
          </a:r>
        </a:p>
      </dsp:txBody>
      <dsp:txXfrm>
        <a:off x="1122997" y="1622282"/>
        <a:ext cx="4491989" cy="1529047"/>
      </dsp:txXfrm>
    </dsp:sp>
    <dsp:sp modelId="{3C34ABDA-9E49-4F12-8705-24BCBF4E51A8}">
      <dsp:nvSpPr>
        <dsp:cNvPr id="0" name=""/>
        <dsp:cNvSpPr/>
      </dsp:nvSpPr>
      <dsp:spPr>
        <a:xfrm>
          <a:off x="0" y="1622282"/>
          <a:ext cx="1122997" cy="1529047"/>
        </a:xfrm>
        <a:prstGeom prst="rect">
          <a:avLst/>
        </a:prstGeom>
        <a:solidFill>
          <a:schemeClr val="accent5">
            <a:hueOff val="3118619"/>
            <a:satOff val="-2006"/>
            <a:lumOff val="1372"/>
            <a:alphaOff val="0"/>
          </a:schemeClr>
        </a:solidFill>
        <a:ln w="19050" cap="rnd" cmpd="sng" algn="ctr">
          <a:solidFill>
            <a:schemeClr val="accent5">
              <a:hueOff val="3118619"/>
              <a:satOff val="-2006"/>
              <a:lumOff val="1372"/>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425" tIns="151036" rIns="59425" bIns="151036" numCol="1" spcCol="1270" anchor="ctr" anchorCtr="0">
          <a:noAutofit/>
        </a:bodyPr>
        <a:lstStyle/>
        <a:p>
          <a:pPr marL="0" lvl="0" indent="0" algn="ctr" defTabSz="666750">
            <a:lnSpc>
              <a:spcPct val="90000"/>
            </a:lnSpc>
            <a:spcBef>
              <a:spcPct val="0"/>
            </a:spcBef>
            <a:spcAft>
              <a:spcPct val="35000"/>
            </a:spcAft>
            <a:buNone/>
          </a:pPr>
          <a:r>
            <a:rPr lang="en-US" sz="1500" kern="1200" dirty="0"/>
            <a:t>Implement</a:t>
          </a:r>
        </a:p>
      </dsp:txBody>
      <dsp:txXfrm>
        <a:off x="0" y="1622282"/>
        <a:ext cx="1122997" cy="1529047"/>
      </dsp:txXfrm>
    </dsp:sp>
    <dsp:sp modelId="{5CE3514B-1211-4621-B7F2-5154A73C782C}">
      <dsp:nvSpPr>
        <dsp:cNvPr id="0" name=""/>
        <dsp:cNvSpPr/>
      </dsp:nvSpPr>
      <dsp:spPr>
        <a:xfrm>
          <a:off x="1122997" y="3243073"/>
          <a:ext cx="4491989" cy="1529047"/>
        </a:xfrm>
        <a:prstGeom prst="rect">
          <a:avLst/>
        </a:prstGeom>
        <a:solidFill>
          <a:schemeClr val="accent5">
            <a:tint val="40000"/>
            <a:alpha val="90000"/>
            <a:hueOff val="6029015"/>
            <a:satOff val="58"/>
            <a:lumOff val="463"/>
            <a:alphaOff val="0"/>
          </a:schemeClr>
        </a:solidFill>
        <a:ln w="19050" cap="rnd" cmpd="sng" algn="ctr">
          <a:solidFill>
            <a:schemeClr val="accent5">
              <a:tint val="40000"/>
              <a:alpha val="90000"/>
              <a:hueOff val="6029015"/>
              <a:satOff val="58"/>
              <a:lumOff val="46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7157" tIns="388378" rIns="87157" bIns="388378" numCol="1" spcCol="1270" anchor="ctr" anchorCtr="0">
          <a:noAutofit/>
        </a:bodyPr>
        <a:lstStyle/>
        <a:p>
          <a:pPr marL="0" lvl="0" indent="0" algn="just" defTabSz="800100">
            <a:lnSpc>
              <a:spcPct val="90000"/>
            </a:lnSpc>
            <a:spcBef>
              <a:spcPct val="0"/>
            </a:spcBef>
            <a:spcAft>
              <a:spcPct val="35000"/>
            </a:spcAft>
            <a:buNone/>
          </a:pPr>
          <a:r>
            <a:rPr lang="en-US" sz="1800" kern="1200" dirty="0">
              <a:latin typeface="Corbel Light" panose="020B0303020204020204" pitchFamily="34" charset="0"/>
            </a:rPr>
            <a:t>Comparative Analysis: Perform a comprehensive benchmark of all methods (Heuristics, Deep RL, Metaheuristics) to minimize </a:t>
          </a:r>
          <a:r>
            <a:rPr lang="en-US" sz="1800" kern="1200" dirty="0" err="1">
              <a:latin typeface="Corbel Light" panose="020B0303020204020204" pitchFamily="34" charset="0"/>
            </a:rPr>
            <a:t>makespan</a:t>
          </a:r>
          <a:r>
            <a:rPr lang="en-US" sz="1800" kern="1200" dirty="0">
              <a:latin typeface="Corbel Light" panose="020B0303020204020204" pitchFamily="34" charset="0"/>
            </a:rPr>
            <a:t>.</a:t>
          </a:r>
        </a:p>
      </dsp:txBody>
      <dsp:txXfrm>
        <a:off x="1122997" y="3243073"/>
        <a:ext cx="4491989" cy="1529047"/>
      </dsp:txXfrm>
    </dsp:sp>
    <dsp:sp modelId="{03E5A5C3-7CB1-42EE-9592-9E400E6829C4}">
      <dsp:nvSpPr>
        <dsp:cNvPr id="0" name=""/>
        <dsp:cNvSpPr/>
      </dsp:nvSpPr>
      <dsp:spPr>
        <a:xfrm>
          <a:off x="0" y="3243073"/>
          <a:ext cx="1122997" cy="1529047"/>
        </a:xfrm>
        <a:prstGeom prst="rect">
          <a:avLst/>
        </a:prstGeom>
        <a:solidFill>
          <a:schemeClr val="accent5">
            <a:hueOff val="6237238"/>
            <a:satOff val="-4013"/>
            <a:lumOff val="2744"/>
            <a:alphaOff val="0"/>
          </a:schemeClr>
        </a:solidFill>
        <a:ln w="19050" cap="rnd" cmpd="sng" algn="ctr">
          <a:solidFill>
            <a:schemeClr val="accent5">
              <a:hueOff val="6237238"/>
              <a:satOff val="-4013"/>
              <a:lumOff val="274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9425" tIns="151036" rIns="59425" bIns="151036" numCol="1" spcCol="1270" anchor="ctr" anchorCtr="0">
          <a:noAutofit/>
        </a:bodyPr>
        <a:lstStyle/>
        <a:p>
          <a:pPr marL="0" lvl="0" indent="0" algn="ctr" defTabSz="666750">
            <a:lnSpc>
              <a:spcPct val="90000"/>
            </a:lnSpc>
            <a:spcBef>
              <a:spcPct val="0"/>
            </a:spcBef>
            <a:spcAft>
              <a:spcPct val="35000"/>
            </a:spcAft>
            <a:buNone/>
          </a:pPr>
          <a:r>
            <a:rPr lang="en-US" sz="1500" kern="1200"/>
            <a:t>Perform</a:t>
          </a:r>
        </a:p>
      </dsp:txBody>
      <dsp:txXfrm>
        <a:off x="0" y="3243073"/>
        <a:ext cx="1122997" cy="152904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946C51-F665-4655-98EC-9BE01F056CA9}">
      <dsp:nvSpPr>
        <dsp:cNvPr id="0" name=""/>
        <dsp:cNvSpPr/>
      </dsp:nvSpPr>
      <dsp:spPr>
        <a:xfrm>
          <a:off x="0" y="2286000"/>
          <a:ext cx="6496050" cy="0"/>
        </a:xfrm>
        <a:prstGeom prst="line">
          <a:avLst/>
        </a:prstGeom>
        <a:solidFill>
          <a:schemeClr val="accent2">
            <a:tint val="40000"/>
            <a:alpha val="90000"/>
            <a:hueOff val="0"/>
            <a:satOff val="0"/>
            <a:lumOff val="0"/>
            <a:alphaOff val="0"/>
          </a:schemeClr>
        </a:solidFill>
        <a:ln w="9525" cap="rnd" cmpd="sng" algn="ctr">
          <a:solidFill>
            <a:schemeClr val="accent2">
              <a:tint val="40000"/>
              <a:alpha val="90000"/>
              <a:hueOff val="0"/>
              <a:satOff val="0"/>
              <a:lumOff val="0"/>
              <a:alphaOff val="0"/>
            </a:schemeClr>
          </a:solidFill>
          <a:prstDash val="solid"/>
          <a:tailEnd type="triangle" w="lg" len="lg"/>
        </a:ln>
        <a:effectLst/>
      </dsp:spPr>
      <dsp:style>
        <a:lnRef idx="1">
          <a:scrgbClr r="0" g="0" b="0"/>
        </a:lnRef>
        <a:fillRef idx="1">
          <a:scrgbClr r="0" g="0" b="0"/>
        </a:fillRef>
        <a:effectRef idx="0">
          <a:scrgbClr r="0" g="0" b="0"/>
        </a:effectRef>
        <a:fontRef idx="minor"/>
      </dsp:style>
    </dsp:sp>
    <dsp:sp modelId="{0E7A0C4B-8475-4B07-8AF0-CE7AA40B725F}">
      <dsp:nvSpPr>
        <dsp:cNvPr id="0" name=""/>
        <dsp:cNvSpPr/>
      </dsp:nvSpPr>
      <dsp:spPr>
        <a:xfrm>
          <a:off x="121800" y="2455163"/>
          <a:ext cx="1719423" cy="516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16 Oct. 2025</a:t>
          </a:r>
        </a:p>
      </dsp:txBody>
      <dsp:txXfrm>
        <a:off x="121800" y="2455163"/>
        <a:ext cx="1719423" cy="516636"/>
      </dsp:txXfrm>
    </dsp:sp>
    <dsp:sp modelId="{FE458BD1-7AEC-4809-99D0-604C60A7318E}">
      <dsp:nvSpPr>
        <dsp:cNvPr id="0" name=""/>
        <dsp:cNvSpPr/>
      </dsp:nvSpPr>
      <dsp:spPr>
        <a:xfrm>
          <a:off x="4567" y="394192"/>
          <a:ext cx="1953890" cy="1023127"/>
        </a:xfrm>
        <a:prstGeom prst="roundRect">
          <a:avLst/>
        </a:prstGeom>
        <a:solidFill>
          <a:schemeClr val="lt1">
            <a:alpha val="90000"/>
            <a:hueOff val="0"/>
            <a:satOff val="0"/>
            <a:lumOff val="0"/>
            <a:alphaOff val="0"/>
          </a:schemeClr>
        </a:solidFill>
        <a:ln w="9525"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77800" tIns="177800" rIns="177800" bIns="177800" numCol="1" spcCol="1270" anchor="ctr" anchorCtr="0">
          <a:noAutofit/>
        </a:bodyPr>
        <a:lstStyle/>
        <a:p>
          <a:pPr marL="0" lvl="0" indent="0" algn="l" defTabSz="889000">
            <a:lnSpc>
              <a:spcPct val="90000"/>
            </a:lnSpc>
            <a:spcBef>
              <a:spcPct val="0"/>
            </a:spcBef>
            <a:spcAft>
              <a:spcPct val="35000"/>
            </a:spcAft>
            <a:buNone/>
          </a:pPr>
          <a:r>
            <a:rPr lang="en-US" sz="2000" kern="1200" dirty="0">
              <a:latin typeface="Corbel Light" panose="020B0303020204020204" pitchFamily="34" charset="0"/>
            </a:rPr>
            <a:t>P1: Proposal &amp; MVP</a:t>
          </a:r>
        </a:p>
      </dsp:txBody>
      <dsp:txXfrm>
        <a:off x="54512" y="444137"/>
        <a:ext cx="1854000" cy="923237"/>
      </dsp:txXfrm>
    </dsp:sp>
    <dsp:sp modelId="{E1693050-7FB4-4869-934B-E0475780E047}">
      <dsp:nvSpPr>
        <dsp:cNvPr id="0" name=""/>
        <dsp:cNvSpPr/>
      </dsp:nvSpPr>
      <dsp:spPr>
        <a:xfrm>
          <a:off x="981512" y="1417320"/>
          <a:ext cx="0" cy="868680"/>
        </a:xfrm>
        <a:prstGeom prst="line">
          <a:avLst/>
        </a:prstGeom>
        <a:noFill/>
        <a:ln w="9525" cap="rnd" cmpd="sng" algn="ctr">
          <a:solidFill>
            <a:schemeClr val="accent2">
              <a:hueOff val="0"/>
              <a:satOff val="0"/>
              <a:lumOff val="0"/>
              <a:alphaOff val="0"/>
            </a:schemeClr>
          </a:solidFill>
          <a:prstDash val="dash"/>
        </a:ln>
        <a:effectLst/>
      </dsp:spPr>
      <dsp:style>
        <a:lnRef idx="1">
          <a:scrgbClr r="0" g="0" b="0"/>
        </a:lnRef>
        <a:fillRef idx="0">
          <a:scrgbClr r="0" g="0" b="0"/>
        </a:fillRef>
        <a:effectRef idx="0">
          <a:scrgbClr r="0" g="0" b="0"/>
        </a:effectRef>
        <a:fontRef idx="minor"/>
      </dsp:style>
    </dsp:sp>
    <dsp:sp modelId="{0BE0C628-4B45-4AB0-8F35-5101B65DE45D}">
      <dsp:nvSpPr>
        <dsp:cNvPr id="0" name=""/>
        <dsp:cNvSpPr/>
      </dsp:nvSpPr>
      <dsp:spPr>
        <a:xfrm>
          <a:off x="1255057" y="1600199"/>
          <a:ext cx="1719423" cy="516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6 Nov. 2025</a:t>
          </a:r>
        </a:p>
      </dsp:txBody>
      <dsp:txXfrm>
        <a:off x="1255057" y="1600199"/>
        <a:ext cx="1719423" cy="516636"/>
      </dsp:txXfrm>
    </dsp:sp>
    <dsp:sp modelId="{B33E3B4A-C4AA-4C30-BB33-B23C70FD8D98}">
      <dsp:nvSpPr>
        <dsp:cNvPr id="0" name=""/>
        <dsp:cNvSpPr/>
      </dsp:nvSpPr>
      <dsp:spPr>
        <a:xfrm>
          <a:off x="947222" y="2251709"/>
          <a:ext cx="68580" cy="68580"/>
        </a:xfrm>
        <a:prstGeom prst="ellipse">
          <a:avLst/>
        </a:prstGeom>
        <a:gradFill rotWithShape="0">
          <a:gsLst>
            <a:gs pos="0">
              <a:schemeClr val="accent2">
                <a:hueOff val="0"/>
                <a:satOff val="0"/>
                <a:lumOff val="0"/>
                <a:alphaOff val="0"/>
                <a:tint val="98000"/>
                <a:lumMod val="114000"/>
              </a:schemeClr>
            </a:gs>
            <a:gs pos="100000">
              <a:schemeClr val="accent2">
                <a:hueOff val="0"/>
                <a:satOff val="0"/>
                <a:lumOff val="0"/>
                <a:alphaOff val="0"/>
                <a:shade val="90000"/>
                <a:lumMod val="84000"/>
              </a:schemeClr>
            </a:gs>
          </a:gsLst>
          <a:lin ang="5400000" scaled="0"/>
        </a:gradFill>
        <a:ln w="9525" cap="rnd" cmpd="sng" algn="ctr">
          <a:solidFill>
            <a:schemeClr val="accent2">
              <a:hueOff val="0"/>
              <a:satOff val="0"/>
              <a:lumOff val="0"/>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67989F2E-3494-42C4-89D0-470142BCCDDA}">
      <dsp:nvSpPr>
        <dsp:cNvPr id="0" name=""/>
        <dsp:cNvSpPr/>
      </dsp:nvSpPr>
      <dsp:spPr>
        <a:xfrm>
          <a:off x="1137823" y="3154680"/>
          <a:ext cx="1953890" cy="925687"/>
        </a:xfrm>
        <a:prstGeom prst="roundRect">
          <a:avLst/>
        </a:prstGeom>
        <a:solidFill>
          <a:schemeClr val="lt1">
            <a:alpha val="90000"/>
            <a:hueOff val="0"/>
            <a:satOff val="0"/>
            <a:lumOff val="0"/>
            <a:alphaOff val="0"/>
          </a:schemeClr>
        </a:solidFill>
        <a:ln w="9525" cap="rnd" cmpd="sng" algn="ctr">
          <a:solidFill>
            <a:schemeClr val="accent2">
              <a:hueOff val="338703"/>
              <a:satOff val="-1658"/>
              <a:lumOff val="931"/>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Corbel Light" panose="020B0303020204020204" pitchFamily="34" charset="0"/>
            </a:rPr>
            <a:t>P2: Core Logic &amp; Baselines</a:t>
          </a:r>
        </a:p>
      </dsp:txBody>
      <dsp:txXfrm>
        <a:off x="1183011" y="3199868"/>
        <a:ext cx="1863514" cy="835311"/>
      </dsp:txXfrm>
    </dsp:sp>
    <dsp:sp modelId="{9FCF3115-3727-46DD-AC96-DDB72B017630}">
      <dsp:nvSpPr>
        <dsp:cNvPr id="0" name=""/>
        <dsp:cNvSpPr/>
      </dsp:nvSpPr>
      <dsp:spPr>
        <a:xfrm>
          <a:off x="2114768" y="2285999"/>
          <a:ext cx="0" cy="868680"/>
        </a:xfrm>
        <a:prstGeom prst="line">
          <a:avLst/>
        </a:prstGeom>
        <a:noFill/>
        <a:ln w="9525" cap="rnd" cmpd="sng" algn="ctr">
          <a:solidFill>
            <a:schemeClr val="accent2">
              <a:hueOff val="338703"/>
              <a:satOff val="-1658"/>
              <a:lumOff val="931"/>
              <a:alphaOff val="0"/>
            </a:schemeClr>
          </a:solidFill>
          <a:prstDash val="dash"/>
        </a:ln>
        <a:effectLst/>
      </dsp:spPr>
      <dsp:style>
        <a:lnRef idx="1">
          <a:scrgbClr r="0" g="0" b="0"/>
        </a:lnRef>
        <a:fillRef idx="0">
          <a:scrgbClr r="0" g="0" b="0"/>
        </a:fillRef>
        <a:effectRef idx="0">
          <a:scrgbClr r="0" g="0" b="0"/>
        </a:effectRef>
        <a:fontRef idx="minor"/>
      </dsp:style>
    </dsp:sp>
    <dsp:sp modelId="{166DBDA9-F890-471C-A611-1771C96C02B1}">
      <dsp:nvSpPr>
        <dsp:cNvPr id="0" name=""/>
        <dsp:cNvSpPr/>
      </dsp:nvSpPr>
      <dsp:spPr>
        <a:xfrm>
          <a:off x="2388313" y="2455163"/>
          <a:ext cx="1719423" cy="516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27 Nov. 2025</a:t>
          </a:r>
        </a:p>
      </dsp:txBody>
      <dsp:txXfrm>
        <a:off x="2388313" y="2455163"/>
        <a:ext cx="1719423" cy="516636"/>
      </dsp:txXfrm>
    </dsp:sp>
    <dsp:sp modelId="{6C781575-FD69-4A9D-B29C-B0CC1E763A1D}">
      <dsp:nvSpPr>
        <dsp:cNvPr id="0" name=""/>
        <dsp:cNvSpPr/>
      </dsp:nvSpPr>
      <dsp:spPr>
        <a:xfrm>
          <a:off x="2080478" y="2251709"/>
          <a:ext cx="68580" cy="68580"/>
        </a:xfrm>
        <a:prstGeom prst="ellipse">
          <a:avLst/>
        </a:prstGeom>
        <a:gradFill rotWithShape="0">
          <a:gsLst>
            <a:gs pos="0">
              <a:schemeClr val="accent2">
                <a:hueOff val="338703"/>
                <a:satOff val="-1658"/>
                <a:lumOff val="931"/>
                <a:alphaOff val="0"/>
                <a:tint val="98000"/>
                <a:lumMod val="114000"/>
              </a:schemeClr>
            </a:gs>
            <a:gs pos="100000">
              <a:schemeClr val="accent2">
                <a:hueOff val="338703"/>
                <a:satOff val="-1658"/>
                <a:lumOff val="931"/>
                <a:alphaOff val="0"/>
                <a:shade val="90000"/>
                <a:lumMod val="84000"/>
              </a:schemeClr>
            </a:gs>
          </a:gsLst>
          <a:lin ang="5400000" scaled="0"/>
        </a:gradFill>
        <a:ln w="9525" cap="rnd" cmpd="sng" algn="ctr">
          <a:solidFill>
            <a:schemeClr val="accent2">
              <a:hueOff val="338703"/>
              <a:satOff val="-1658"/>
              <a:lumOff val="931"/>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7E41B18F-52F5-453F-8C28-4B0E6627A81D}">
      <dsp:nvSpPr>
        <dsp:cNvPr id="0" name=""/>
        <dsp:cNvSpPr/>
      </dsp:nvSpPr>
      <dsp:spPr>
        <a:xfrm>
          <a:off x="2271079" y="101869"/>
          <a:ext cx="1953890" cy="1315450"/>
        </a:xfrm>
        <a:prstGeom prst="roundRect">
          <a:avLst/>
        </a:prstGeom>
        <a:solidFill>
          <a:schemeClr val="lt1">
            <a:alpha val="90000"/>
            <a:hueOff val="0"/>
            <a:satOff val="0"/>
            <a:lumOff val="0"/>
            <a:alphaOff val="0"/>
          </a:schemeClr>
        </a:solidFill>
        <a:ln w="9525" cap="rnd" cmpd="sng" algn="ctr">
          <a:solidFill>
            <a:schemeClr val="accent2">
              <a:hueOff val="677407"/>
              <a:satOff val="-3316"/>
              <a:lumOff val="1862"/>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orbel Light" panose="020B0303020204020204" pitchFamily="34" charset="0"/>
            </a:rPr>
            <a:t>P3: Full Deep RL Agent and Metaheuristic methods</a:t>
          </a:r>
        </a:p>
      </dsp:txBody>
      <dsp:txXfrm>
        <a:off x="2335294" y="166084"/>
        <a:ext cx="1825460" cy="1187020"/>
      </dsp:txXfrm>
    </dsp:sp>
    <dsp:sp modelId="{ECC4FDDC-B420-4C9C-946B-13C6A5057A6E}">
      <dsp:nvSpPr>
        <dsp:cNvPr id="0" name=""/>
        <dsp:cNvSpPr/>
      </dsp:nvSpPr>
      <dsp:spPr>
        <a:xfrm>
          <a:off x="3248025" y="1417320"/>
          <a:ext cx="0" cy="868680"/>
        </a:xfrm>
        <a:prstGeom prst="line">
          <a:avLst/>
        </a:prstGeom>
        <a:noFill/>
        <a:ln w="9525" cap="rnd" cmpd="sng" algn="ctr">
          <a:solidFill>
            <a:schemeClr val="accent2">
              <a:hueOff val="677407"/>
              <a:satOff val="-3316"/>
              <a:lumOff val="1862"/>
              <a:alphaOff val="0"/>
            </a:schemeClr>
          </a:solidFill>
          <a:prstDash val="dash"/>
        </a:ln>
        <a:effectLst/>
      </dsp:spPr>
      <dsp:style>
        <a:lnRef idx="1">
          <a:scrgbClr r="0" g="0" b="0"/>
        </a:lnRef>
        <a:fillRef idx="0">
          <a:scrgbClr r="0" g="0" b="0"/>
        </a:fillRef>
        <a:effectRef idx="0">
          <a:scrgbClr r="0" g="0" b="0"/>
        </a:effectRef>
        <a:fontRef idx="minor"/>
      </dsp:style>
    </dsp:sp>
    <dsp:sp modelId="{36322BB4-80A5-422B-BF91-19EE87C988B9}">
      <dsp:nvSpPr>
        <dsp:cNvPr id="0" name=""/>
        <dsp:cNvSpPr/>
      </dsp:nvSpPr>
      <dsp:spPr>
        <a:xfrm>
          <a:off x="3521569" y="1600199"/>
          <a:ext cx="1719423" cy="516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18 Dec. 2025</a:t>
          </a:r>
        </a:p>
      </dsp:txBody>
      <dsp:txXfrm>
        <a:off x="3521569" y="1600199"/>
        <a:ext cx="1719423" cy="516636"/>
      </dsp:txXfrm>
    </dsp:sp>
    <dsp:sp modelId="{35182E54-02B9-4F21-8A07-266464E969C0}">
      <dsp:nvSpPr>
        <dsp:cNvPr id="0" name=""/>
        <dsp:cNvSpPr/>
      </dsp:nvSpPr>
      <dsp:spPr>
        <a:xfrm>
          <a:off x="3213735" y="2251709"/>
          <a:ext cx="68580" cy="68580"/>
        </a:xfrm>
        <a:prstGeom prst="ellipse">
          <a:avLst/>
        </a:prstGeom>
        <a:gradFill rotWithShape="0">
          <a:gsLst>
            <a:gs pos="0">
              <a:schemeClr val="accent2">
                <a:hueOff val="677407"/>
                <a:satOff val="-3316"/>
                <a:lumOff val="1862"/>
                <a:alphaOff val="0"/>
                <a:tint val="98000"/>
                <a:lumMod val="114000"/>
              </a:schemeClr>
            </a:gs>
            <a:gs pos="100000">
              <a:schemeClr val="accent2">
                <a:hueOff val="677407"/>
                <a:satOff val="-3316"/>
                <a:lumOff val="1862"/>
                <a:alphaOff val="0"/>
                <a:shade val="90000"/>
                <a:lumMod val="84000"/>
              </a:schemeClr>
            </a:gs>
          </a:gsLst>
          <a:lin ang="5400000" scaled="0"/>
        </a:gradFill>
        <a:ln w="9525" cap="rnd" cmpd="sng" algn="ctr">
          <a:solidFill>
            <a:schemeClr val="accent2">
              <a:hueOff val="677407"/>
              <a:satOff val="-3316"/>
              <a:lumOff val="1862"/>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A42453A0-DD1C-40D0-BF3D-2C5F9F81D2F7}">
      <dsp:nvSpPr>
        <dsp:cNvPr id="0" name=""/>
        <dsp:cNvSpPr/>
      </dsp:nvSpPr>
      <dsp:spPr>
        <a:xfrm>
          <a:off x="3404336" y="3154680"/>
          <a:ext cx="1953890" cy="779526"/>
        </a:xfrm>
        <a:prstGeom prst="roundRect">
          <a:avLst/>
        </a:prstGeom>
        <a:solidFill>
          <a:schemeClr val="lt1">
            <a:alpha val="90000"/>
            <a:hueOff val="0"/>
            <a:satOff val="0"/>
            <a:lumOff val="0"/>
            <a:alphaOff val="0"/>
          </a:schemeClr>
        </a:solidFill>
        <a:ln w="9525" cap="rnd" cmpd="sng" algn="ctr">
          <a:solidFill>
            <a:schemeClr val="accent2">
              <a:hueOff val="1016110"/>
              <a:satOff val="-4974"/>
              <a:lumOff val="2794"/>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orbel Light" panose="020B0303020204020204" pitchFamily="34" charset="0"/>
            </a:rPr>
            <a:t>P4: Results Analysis</a:t>
          </a:r>
        </a:p>
      </dsp:txBody>
      <dsp:txXfrm>
        <a:off x="3442389" y="3192733"/>
        <a:ext cx="1877784" cy="703420"/>
      </dsp:txXfrm>
    </dsp:sp>
    <dsp:sp modelId="{0EEAF070-E40A-4306-9051-3291DAA232DE}">
      <dsp:nvSpPr>
        <dsp:cNvPr id="0" name=""/>
        <dsp:cNvSpPr/>
      </dsp:nvSpPr>
      <dsp:spPr>
        <a:xfrm>
          <a:off x="4381281" y="2285999"/>
          <a:ext cx="0" cy="868680"/>
        </a:xfrm>
        <a:prstGeom prst="line">
          <a:avLst/>
        </a:prstGeom>
        <a:noFill/>
        <a:ln w="9525" cap="rnd" cmpd="sng" algn="ctr">
          <a:solidFill>
            <a:schemeClr val="accent2">
              <a:hueOff val="1016110"/>
              <a:satOff val="-4974"/>
              <a:lumOff val="2794"/>
              <a:alphaOff val="0"/>
            </a:schemeClr>
          </a:solidFill>
          <a:prstDash val="dash"/>
        </a:ln>
        <a:effectLst/>
      </dsp:spPr>
      <dsp:style>
        <a:lnRef idx="1">
          <a:scrgbClr r="0" g="0" b="0"/>
        </a:lnRef>
        <a:fillRef idx="0">
          <a:scrgbClr r="0" g="0" b="0"/>
        </a:fillRef>
        <a:effectRef idx="0">
          <a:scrgbClr r="0" g="0" b="0"/>
        </a:effectRef>
        <a:fontRef idx="minor"/>
      </dsp:style>
    </dsp:sp>
    <dsp:sp modelId="{67B3D942-923C-478B-BE06-DCD3A024004A}">
      <dsp:nvSpPr>
        <dsp:cNvPr id="0" name=""/>
        <dsp:cNvSpPr/>
      </dsp:nvSpPr>
      <dsp:spPr>
        <a:xfrm>
          <a:off x="4654825" y="2455163"/>
          <a:ext cx="1719423" cy="5166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15 Jan. 2026</a:t>
          </a:r>
        </a:p>
      </dsp:txBody>
      <dsp:txXfrm>
        <a:off x="4654825" y="2455163"/>
        <a:ext cx="1719423" cy="516636"/>
      </dsp:txXfrm>
    </dsp:sp>
    <dsp:sp modelId="{CF0237B3-8645-4A58-A904-3824FA271D36}">
      <dsp:nvSpPr>
        <dsp:cNvPr id="0" name=""/>
        <dsp:cNvSpPr/>
      </dsp:nvSpPr>
      <dsp:spPr>
        <a:xfrm>
          <a:off x="4346991" y="2251709"/>
          <a:ext cx="68580" cy="68580"/>
        </a:xfrm>
        <a:prstGeom prst="ellipse">
          <a:avLst/>
        </a:prstGeom>
        <a:gradFill rotWithShape="0">
          <a:gsLst>
            <a:gs pos="0">
              <a:schemeClr val="accent2">
                <a:hueOff val="1016110"/>
                <a:satOff val="-4974"/>
                <a:lumOff val="2794"/>
                <a:alphaOff val="0"/>
                <a:tint val="98000"/>
                <a:lumMod val="114000"/>
              </a:schemeClr>
            </a:gs>
            <a:gs pos="100000">
              <a:schemeClr val="accent2">
                <a:hueOff val="1016110"/>
                <a:satOff val="-4974"/>
                <a:lumOff val="2794"/>
                <a:alphaOff val="0"/>
                <a:shade val="90000"/>
                <a:lumMod val="84000"/>
              </a:schemeClr>
            </a:gs>
          </a:gsLst>
          <a:lin ang="5400000" scaled="0"/>
        </a:gradFill>
        <a:ln w="9525" cap="rnd" cmpd="sng" algn="ctr">
          <a:solidFill>
            <a:schemeClr val="accent2">
              <a:hueOff val="1016110"/>
              <a:satOff val="-4974"/>
              <a:lumOff val="2794"/>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 modelId="{C1420E23-41A3-41D8-BD61-265A8E04A467}">
      <dsp:nvSpPr>
        <dsp:cNvPr id="0" name=""/>
        <dsp:cNvSpPr/>
      </dsp:nvSpPr>
      <dsp:spPr>
        <a:xfrm>
          <a:off x="4537592" y="637793"/>
          <a:ext cx="1953890" cy="779526"/>
        </a:xfrm>
        <a:prstGeom prst="roundRect">
          <a:avLst/>
        </a:prstGeom>
        <a:solidFill>
          <a:schemeClr val="lt1">
            <a:alpha val="90000"/>
            <a:hueOff val="0"/>
            <a:satOff val="0"/>
            <a:lumOff val="0"/>
            <a:alphaOff val="0"/>
          </a:schemeClr>
        </a:solidFill>
        <a:ln w="9525" cap="rnd" cmpd="sng" algn="ctr">
          <a:solidFill>
            <a:schemeClr val="accent2">
              <a:hueOff val="1354814"/>
              <a:satOff val="-6632"/>
              <a:lumOff val="372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42240" tIns="142240" rIns="142240" bIns="142240" numCol="1" spcCol="1270" anchor="ctr" anchorCtr="0">
          <a:noAutofit/>
        </a:bodyPr>
        <a:lstStyle/>
        <a:p>
          <a:pPr marL="0" lvl="0" indent="0" algn="l" defTabSz="711200">
            <a:lnSpc>
              <a:spcPct val="90000"/>
            </a:lnSpc>
            <a:spcBef>
              <a:spcPct val="0"/>
            </a:spcBef>
            <a:spcAft>
              <a:spcPct val="35000"/>
            </a:spcAft>
            <a:buNone/>
          </a:pPr>
          <a:r>
            <a:rPr lang="en-US" sz="1600" kern="1200" dirty="0">
              <a:latin typeface="Corbel Light" panose="020B0303020204020204" pitchFamily="34" charset="0"/>
            </a:rPr>
            <a:t>P5: Final Report</a:t>
          </a:r>
        </a:p>
      </dsp:txBody>
      <dsp:txXfrm>
        <a:off x="4575645" y="675846"/>
        <a:ext cx="1877784" cy="703420"/>
      </dsp:txXfrm>
    </dsp:sp>
    <dsp:sp modelId="{07AD6D9B-CF7D-4034-A8B8-2C2EFF5D7BEF}">
      <dsp:nvSpPr>
        <dsp:cNvPr id="0" name=""/>
        <dsp:cNvSpPr/>
      </dsp:nvSpPr>
      <dsp:spPr>
        <a:xfrm>
          <a:off x="5514537" y="1417320"/>
          <a:ext cx="0" cy="868680"/>
        </a:xfrm>
        <a:prstGeom prst="line">
          <a:avLst/>
        </a:prstGeom>
        <a:noFill/>
        <a:ln w="9525" cap="rnd" cmpd="sng" algn="ctr">
          <a:solidFill>
            <a:schemeClr val="accent2">
              <a:hueOff val="1354814"/>
              <a:satOff val="-6632"/>
              <a:lumOff val="3725"/>
              <a:alphaOff val="0"/>
            </a:schemeClr>
          </a:solidFill>
          <a:prstDash val="dash"/>
        </a:ln>
        <a:effectLst/>
      </dsp:spPr>
      <dsp:style>
        <a:lnRef idx="1">
          <a:scrgbClr r="0" g="0" b="0"/>
        </a:lnRef>
        <a:fillRef idx="0">
          <a:scrgbClr r="0" g="0" b="0"/>
        </a:fillRef>
        <a:effectRef idx="0">
          <a:scrgbClr r="0" g="0" b="0"/>
        </a:effectRef>
        <a:fontRef idx="minor"/>
      </dsp:style>
    </dsp:sp>
    <dsp:sp modelId="{A7172041-0E71-4213-A88F-FE3B221F2204}">
      <dsp:nvSpPr>
        <dsp:cNvPr id="0" name=""/>
        <dsp:cNvSpPr/>
      </dsp:nvSpPr>
      <dsp:spPr>
        <a:xfrm>
          <a:off x="5480247" y="2251709"/>
          <a:ext cx="68580" cy="68580"/>
        </a:xfrm>
        <a:prstGeom prst="ellipse">
          <a:avLst/>
        </a:prstGeom>
        <a:gradFill rotWithShape="0">
          <a:gsLst>
            <a:gs pos="0">
              <a:schemeClr val="accent2">
                <a:hueOff val="1354814"/>
                <a:satOff val="-6632"/>
                <a:lumOff val="3725"/>
                <a:alphaOff val="0"/>
                <a:tint val="98000"/>
                <a:lumMod val="114000"/>
              </a:schemeClr>
            </a:gs>
            <a:gs pos="100000">
              <a:schemeClr val="accent2">
                <a:hueOff val="1354814"/>
                <a:satOff val="-6632"/>
                <a:lumOff val="3725"/>
                <a:alphaOff val="0"/>
                <a:shade val="90000"/>
                <a:lumMod val="84000"/>
              </a:schemeClr>
            </a:gs>
          </a:gsLst>
          <a:lin ang="5400000" scaled="0"/>
        </a:gradFill>
        <a:ln w="9525" cap="rnd" cmpd="sng" algn="ctr">
          <a:solidFill>
            <a:schemeClr val="accent2">
              <a:hueOff val="1354814"/>
              <a:satOff val="-6632"/>
              <a:lumOff val="3725"/>
              <a:alphaOff val="0"/>
            </a:schemeClr>
          </a:solidFill>
          <a:prstDash val="solid"/>
        </a:ln>
        <a:effectLst>
          <a:outerShdw blurRad="38100" dist="25400" dir="5400000" rotWithShape="0">
            <a:srgbClr val="000000">
              <a:alpha val="45000"/>
            </a:srgbClr>
          </a:outerShdw>
        </a:effectLst>
      </dsp:spPr>
      <dsp:style>
        <a:lnRef idx="1">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BasicTimeline">
  <dgm:title val="Basic Timeline"/>
  <dgm:desc val="Use to show a list of events in chronological order. The rounded rectangular shape contains the description while the date is shown below on the time line. It's the perfect SmartArt for displaying large amount of text with a medium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dgm:constrLst>
    <dgm:layoutNode name="divider" styleLbl="fgAccFollowNode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presOf/>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16"/>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85"/>
            <dgm:constr type="w" for="ch" forName="composite" refType="w"/>
            <dgm:constr type="h" for="ch" forName="composite" refType="h"/>
            <dgm:constr type="w" for="ch" forName="spaceBetweenRectangles" refType="w" refFor="ch" refForName="composite" fact="-0.42"/>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8"/>
                <dgm:constr type="l" for="ch" forName="L1TextContainer" refType="w" fact="0.06"/>
                <dgm:constr type="t" for="ch" forName="L1TextContainer" refType="h" fact="0.537"/>
                <dgm:constr type="h" for="ch" forName="L1TextContainer" refType="h" fact="0.113"/>
                <dgm:constr type="w" for="ch" forName="L2TextContainerWrapper" refType="w"/>
                <dgm:constr type="h" for="ch" forName="L2TextContainerWrapper" refType="h" fact="0.31"/>
                <dgm:constr type="b" for="ch" forName="L2TextContainerWrapper" refType="h" fact="0.31"/>
                <dgm:constr type="w" for="ch" forName="ConnectLine"/>
                <dgm:constr type="l" for="ch" forName="ConnectLine" refType="w" fact="0.5"/>
                <dgm:constr type="h" for="ch" forName="ConnectLine" refType="h" fact="0.19"/>
                <dgm:constr type="t" for="ch" forName="ConnectLine" refType="h" fact="0.31"/>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8"/>
                <dgm:constr type="l" for="ch" forName="L1TextContainer" refType="w" fact="0.06"/>
                <dgm:constr type="t" for="ch" forName="L1TextContainer" refType="h" fact="0.35"/>
                <dgm:constr type="h" for="ch" forName="L1TextContainer" refType="h" fact="0.113"/>
                <dgm:constr type="w" for="ch" forName="L2TextContainerWrapper" refType="w"/>
                <dgm:constr type="h" for="ch" forName="L2TextContainerWrapper" refType="h" fact="0.31"/>
                <dgm:constr type="t" for="ch" forName="L2TextContainerWrapper" refType="h" fact="0.69"/>
                <dgm:constr type="w" for="ch" forName="ConnectLine"/>
                <dgm:constr type="l" for="ch" forName="ConnectLine" refType="w" fact="0.5"/>
                <dgm:constr type="h" for="ch" forName="ConnectLine" refType="h" fact="0.19"/>
                <dgm:constr type="t" for="ch" forName="ConnectLine" refType="h" fact="0.5"/>
                <dgm:constr type="w" for="ch" forName="ConnectorPoint" refType="h" fact="0.015"/>
                <dgm:constr type="h" for="ch" forName="ConnectorPoint" refType="h" fact="0.01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55"/>
                  <dgm:constr type="b" for="ch" forName="L2TextContainer" refType="h"/>
                  <dgm:constr type="h" for="ch" forName="FlexibleEmptyPlaceHolder" refType="h" fact="0.45"/>
                </dgm:constrLst>
              </dgm:if>
              <dgm:else name="CaseForPlacingL2TextContaineBelowDivider">
                <dgm:constrLst>
                  <dgm:constr type="h" for="ch" forName="L2TextContainer" refType="h" fact="0.55"/>
                  <dgm:constr type="h" for="ch" forName="FlexibleEmptyPlaceHolder" refType="h" fact="0.45"/>
                  <dgm:constr type="b" for="ch" forName="FlexibleEmptyPlaceHolder" refType="h"/>
                </dgm:constrLst>
              </dgm:else>
            </dgm:choose>
            <dgm:layoutNode name="L2TextContainer" styleLbl="bgAcc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oundRect" r:blip="">
                <dgm:adjLst/>
              </dgm:shape>
              <dgm:presOf axis="des" ptType="node"/>
              <dgm:constrLst>
                <dgm:constr type="primFontSz" val="17"/>
                <dgm:constr type="lMarg" refType="primFontSz" fact="0.7"/>
                <dgm:constr type="rMarg" refType="primFontSz" fact="0.7"/>
                <dgm:constr type="tMarg" refType="primFontSz" fact="0.7"/>
                <dgm:constr type="bMarg" refType="primFontSz" fact="0.7"/>
              </dgm:constrLst>
              <dgm:ruleLst>
                <dgm:rule type="primFontSz" val="12" fact="NaN" max="NaN"/>
                <dgm:rule type="secFontSz" val="10" fact="NaN" max="NaN"/>
                <dgm:rule type="h" val="INF"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sibTrans1D1" moveWith="L2TextContainer">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orPoint" styleLbl="alignNode1" moveWith="L2TextContainer">
            <dgm:alg type="sp"/>
            <dgm:shape xmlns:r="http://schemas.openxmlformats.org/officeDocument/2006/relationships" type="ellipse" r:blip="" zOrderOff="1">
              <dgm:adj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100149-6791-408F-B563-3101DCAD8C58}" type="datetimeFigureOut">
              <a:rPr lang="en-IN" smtClean="0"/>
              <a:t>06-11-2025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966A5B-0F64-409F-BD19-053BC4B7BB8B}" type="slidenum">
              <a:rPr lang="en-IN" smtClean="0"/>
              <a:t>‹#›</a:t>
            </a:fld>
            <a:endParaRPr lang="en-IN"/>
          </a:p>
        </p:txBody>
      </p:sp>
    </p:spTree>
    <p:extLst>
      <p:ext uri="{BB962C8B-B14F-4D97-AF65-F5344CB8AC3E}">
        <p14:creationId xmlns:p14="http://schemas.microsoft.com/office/powerpoint/2010/main" val="3785059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194241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8609432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3894351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EBF1ED-8C28-4629-8297-F41DAF3B9B40}"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282318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EBF1ED-8C28-4629-8297-F41DAF3B9B40}" type="datetimeFigureOut">
              <a:rPr lang="en-IN" smtClean="0"/>
              <a:t>06-11-2025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986492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3888815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986110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2713249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EBF1ED-8C28-4629-8297-F41DAF3B9B40}"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732097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EBF1ED-8C28-4629-8297-F41DAF3B9B40}" type="datetimeFigureOut">
              <a:rPr lang="en-IN" smtClean="0"/>
              <a:t>06-11-2025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14681794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39021710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553225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14293522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3272328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6670583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29245378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EBF1ED-8C28-4629-8297-F41DAF3B9B40}" type="datetimeFigureOut">
              <a:rPr lang="en-IN" smtClean="0"/>
              <a:t>06-11-2025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670356C4-11F4-4A13-A363-D447407DABEB}" type="slidenum">
              <a:rPr lang="en-IN" smtClean="0"/>
              <a:t>‹#›</a:t>
            </a:fld>
            <a:endParaRPr lang="en-IN"/>
          </a:p>
        </p:txBody>
      </p:sp>
    </p:spTree>
    <p:extLst>
      <p:ext uri="{BB962C8B-B14F-4D97-AF65-F5344CB8AC3E}">
        <p14:creationId xmlns:p14="http://schemas.microsoft.com/office/powerpoint/2010/main" val="6144697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Agenda">
    <p:spTree>
      <p:nvGrpSpPr>
        <p:cNvPr id="1" name=""/>
        <p:cNvGrpSpPr/>
        <p:nvPr/>
      </p:nvGrpSpPr>
      <p:grpSpPr>
        <a:xfrm>
          <a:off x="0" y="0"/>
          <a:ext cx="0" cy="0"/>
          <a:chOff x="0" y="0"/>
          <a:chExt cx="0" cy="0"/>
        </a:xfrm>
      </p:grpSpPr>
      <p:sp>
        <p:nvSpPr>
          <p:cNvPr id="2" name="Text Placeholder 26">
            <a:extLst>
              <a:ext uri="{FF2B5EF4-FFF2-40B4-BE49-F238E27FC236}">
                <a16:creationId xmlns:a16="http://schemas.microsoft.com/office/drawing/2014/main" id="{812DC9EA-C662-CE30-AEF4-3BF61A4F2D1A}"/>
              </a:ext>
            </a:extLst>
          </p:cNvPr>
          <p:cNvSpPr txBox="1">
            <a:spLocks noGrp="1"/>
          </p:cNvSpPr>
          <p:nvPr>
            <p:ph type="body" sz="quarter" idx="4294967295"/>
          </p:nvPr>
        </p:nvSpPr>
        <p:spPr>
          <a:xfrm>
            <a:off x="660397" y="2044698"/>
            <a:ext cx="4275140" cy="3560765"/>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Clr>
                <a:srgbClr val="FA6F1A"/>
              </a:buClr>
              <a:buSzPct val="100000"/>
              <a:buFont typeface="Wingdings" pitchFamily="2"/>
              <a:buChar char="§"/>
              <a:tabLst/>
              <a:defRPr lang="en-US" sz="2000" b="0" i="0" u="none" strike="noStrike" cap="none" spc="0" baseline="0">
                <a:solidFill>
                  <a:srgbClr val="404040"/>
                </a:solidFill>
                <a:uFillTx/>
                <a:latin typeface="Calibri Light"/>
              </a:defRPr>
            </a:lvl1pPr>
          </a:lstStyle>
          <a:p>
            <a:pPr lvl="0"/>
            <a:r>
              <a:rPr lang="en-US"/>
              <a:t>Click to edit Master text styles</a:t>
            </a:r>
          </a:p>
        </p:txBody>
      </p:sp>
      <p:sp>
        <p:nvSpPr>
          <p:cNvPr id="3" name="Rectangle 18">
            <a:extLst>
              <a:ext uri="{FF2B5EF4-FFF2-40B4-BE49-F238E27FC236}">
                <a16:creationId xmlns:a16="http://schemas.microsoft.com/office/drawing/2014/main" id="{BAFD9660-779F-6219-3C12-73B12C980BEC}"/>
              </a:ext>
            </a:extLst>
          </p:cNvPr>
          <p:cNvSpPr/>
          <p:nvPr/>
        </p:nvSpPr>
        <p:spPr>
          <a:xfrm>
            <a:off x="9354458" y="5363989"/>
            <a:ext cx="457200" cy="457200"/>
          </a:xfrm>
          <a:prstGeom prst="rect">
            <a:avLst/>
          </a:prstGeom>
          <a:solidFill>
            <a:srgbClr val="11224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Light"/>
            </a:endParaRPr>
          </a:p>
        </p:txBody>
      </p:sp>
      <p:sp>
        <p:nvSpPr>
          <p:cNvPr id="4" name="Rectangle 20">
            <a:extLst>
              <a:ext uri="{FF2B5EF4-FFF2-40B4-BE49-F238E27FC236}">
                <a16:creationId xmlns:a16="http://schemas.microsoft.com/office/drawing/2014/main" id="{6C31CD6D-F30F-52DB-DC8F-8928683975D7}"/>
              </a:ext>
            </a:extLst>
          </p:cNvPr>
          <p:cNvSpPr/>
          <p:nvPr/>
        </p:nvSpPr>
        <p:spPr>
          <a:xfrm>
            <a:off x="6692795" y="1699887"/>
            <a:ext cx="319747" cy="319747"/>
          </a:xfrm>
          <a:prstGeom prst="rect">
            <a:avLst/>
          </a:prstGeom>
          <a:solidFill>
            <a:srgbClr val="2C599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Light"/>
            </a:endParaRPr>
          </a:p>
        </p:txBody>
      </p:sp>
      <p:sp>
        <p:nvSpPr>
          <p:cNvPr id="5" name="Rectangle 22">
            <a:extLst>
              <a:ext uri="{FF2B5EF4-FFF2-40B4-BE49-F238E27FC236}">
                <a16:creationId xmlns:a16="http://schemas.microsoft.com/office/drawing/2014/main" id="{D50CAF4B-5E74-C70C-4E5D-6CE53487BA1A}"/>
              </a:ext>
            </a:extLst>
          </p:cNvPr>
          <p:cNvSpPr/>
          <p:nvPr/>
        </p:nvSpPr>
        <p:spPr>
          <a:xfrm>
            <a:off x="9354458" y="5897733"/>
            <a:ext cx="179981" cy="179981"/>
          </a:xfrm>
          <a:prstGeom prst="rect">
            <a:avLst/>
          </a:prstGeom>
          <a:solidFill>
            <a:srgbClr val="FA6F1A"/>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Light"/>
            </a:endParaRPr>
          </a:p>
        </p:txBody>
      </p:sp>
      <p:sp>
        <p:nvSpPr>
          <p:cNvPr id="6" name="Picture Placeholder 10">
            <a:extLst>
              <a:ext uri="{FF2B5EF4-FFF2-40B4-BE49-F238E27FC236}">
                <a16:creationId xmlns:a16="http://schemas.microsoft.com/office/drawing/2014/main" id="{8B819089-6F93-4BA6-0304-0C8833E97CC9}"/>
              </a:ext>
            </a:extLst>
          </p:cNvPr>
          <p:cNvSpPr txBox="1">
            <a:spLocks noGrp="1"/>
          </p:cNvSpPr>
          <p:nvPr>
            <p:ph type="pic" sz="quarter" idx="4294967295"/>
          </p:nvPr>
        </p:nvSpPr>
        <p:spPr>
          <a:xfrm>
            <a:off x="7090230" y="786182"/>
            <a:ext cx="4441368" cy="5393039"/>
          </a:xfrm>
          <a:prstGeom prst="rect">
            <a:avLst/>
          </a:prstGeom>
          <a:noFill/>
          <a:ln>
            <a:noFill/>
          </a:ln>
        </p:spPr>
        <p:txBody>
          <a:bodyPr vert="horz" wrap="square" lIns="91440" tIns="45720" rIns="91440" bIns="45720" anchor="ctr" anchorCtr="1" compatLnSpc="1">
            <a:noAutofit/>
          </a:bodyPr>
          <a:lstStyle>
            <a:lvl1pPr marL="266703" marR="0" lvl="0" indent="-266703" algn="ctr" fontAlgn="auto">
              <a:spcAft>
                <a:spcPts val="0"/>
              </a:spcAft>
              <a:buNone/>
              <a:tabLst/>
              <a:defRPr lang="en-US" sz="1800" b="0" i="0" u="none" strike="noStrike" cap="none" spc="0" baseline="0">
                <a:solidFill>
                  <a:srgbClr val="404040"/>
                </a:solidFill>
                <a:uFillTx/>
                <a:latin typeface="Calibri Light"/>
              </a:defRPr>
            </a:lvl1pPr>
          </a:lstStyle>
          <a:p>
            <a:pPr lvl="0"/>
            <a:r>
              <a:rPr lang="en-US"/>
              <a:t>Click icon to add picture</a:t>
            </a:r>
          </a:p>
        </p:txBody>
      </p:sp>
      <p:sp>
        <p:nvSpPr>
          <p:cNvPr id="7" name="Title 1">
            <a:extLst>
              <a:ext uri="{FF2B5EF4-FFF2-40B4-BE49-F238E27FC236}">
                <a16:creationId xmlns:a16="http://schemas.microsoft.com/office/drawing/2014/main" id="{9E531C2D-EFBD-EC55-0AA8-4F15A79ED070}"/>
              </a:ext>
            </a:extLst>
          </p:cNvPr>
          <p:cNvSpPr txBox="1">
            <a:spLocks noGrp="1"/>
          </p:cNvSpPr>
          <p:nvPr>
            <p:ph type="title"/>
          </p:nvPr>
        </p:nvSpPr>
        <p:spPr>
          <a:xfrm>
            <a:off x="660397" y="805211"/>
            <a:ext cx="4275140" cy="830997"/>
          </a:xfrm>
          <a:prstGeom prst="rect">
            <a:avLst/>
          </a:prstGeom>
          <a:noFill/>
          <a:ln>
            <a:noFill/>
          </a:ln>
        </p:spPr>
        <p:txBody>
          <a:bodyPr vert="horz" wrap="square" lIns="91440" tIns="45720" rIns="91440" bIns="45720" anchor="t" anchorCtr="0" compatLnSpc="1">
            <a:noAutofit/>
          </a:bodyPr>
          <a:lstStyle>
            <a:lvl1pPr marL="0" marR="0" lvl="0" indent="0" fontAlgn="auto">
              <a:spcBef>
                <a:spcPts val="0"/>
              </a:spcBef>
              <a:spcAft>
                <a:spcPts val="0"/>
              </a:spcAft>
              <a:tabLst/>
              <a:defRPr lang="en-US" sz="4800" b="1" i="0" u="none" strike="noStrike" cap="none" spc="0" baseline="0">
                <a:solidFill>
                  <a:srgbClr val="000000"/>
                </a:solidFill>
                <a:uFillTx/>
                <a:latin typeface="Corbel"/>
              </a:defRPr>
            </a:lvl1pPr>
          </a:lstStyle>
          <a:p>
            <a:pPr lvl="0"/>
            <a:r>
              <a:rPr lang="en-US"/>
              <a:t>Click to edit Master title style</a:t>
            </a:r>
          </a:p>
        </p:txBody>
      </p:sp>
    </p:spTree>
    <p:extLst>
      <p:ext uri="{BB962C8B-B14F-4D97-AF65-F5344CB8AC3E}">
        <p14:creationId xmlns:p14="http://schemas.microsoft.com/office/powerpoint/2010/main" val="1295209690"/>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Content Two Column">
    <p:spTree>
      <p:nvGrpSpPr>
        <p:cNvPr id="1" name=""/>
        <p:cNvGrpSpPr/>
        <p:nvPr/>
      </p:nvGrpSpPr>
      <p:grpSpPr>
        <a:xfrm>
          <a:off x="0" y="0"/>
          <a:ext cx="0" cy="0"/>
          <a:chOff x="0" y="0"/>
          <a:chExt cx="0" cy="0"/>
        </a:xfrm>
      </p:grpSpPr>
      <p:sp>
        <p:nvSpPr>
          <p:cNvPr id="2" name="Text Placeholder 27">
            <a:extLst>
              <a:ext uri="{FF2B5EF4-FFF2-40B4-BE49-F238E27FC236}">
                <a16:creationId xmlns:a16="http://schemas.microsoft.com/office/drawing/2014/main" id="{761615E8-1607-97E4-0B09-E45CF206DB67}"/>
              </a:ext>
            </a:extLst>
          </p:cNvPr>
          <p:cNvSpPr txBox="1">
            <a:spLocks noGrp="1"/>
          </p:cNvSpPr>
          <p:nvPr>
            <p:ph type="body" sz="quarter" idx="4294967295"/>
          </p:nvPr>
        </p:nvSpPr>
        <p:spPr>
          <a:xfrm>
            <a:off x="647696" y="2057820"/>
            <a:ext cx="5080004" cy="438153"/>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None/>
              <a:tabLst/>
              <a:defRPr lang="en-US" sz="2400" b="1" i="0" u="none" strike="noStrike" cap="none" spc="0" baseline="0">
                <a:solidFill>
                  <a:srgbClr val="000000"/>
                </a:solidFill>
                <a:uFillTx/>
                <a:latin typeface="Corbel"/>
                <a:cs typeface="Biome Light" pitchFamily="34"/>
              </a:defRPr>
            </a:lvl1pPr>
          </a:lstStyle>
          <a:p>
            <a:pPr lvl="0"/>
            <a:r>
              <a:rPr lang="en-US"/>
              <a:t>Click to edit Master text styles</a:t>
            </a:r>
          </a:p>
        </p:txBody>
      </p:sp>
      <p:sp>
        <p:nvSpPr>
          <p:cNvPr id="3" name="Oval 13">
            <a:extLst>
              <a:ext uri="{FF2B5EF4-FFF2-40B4-BE49-F238E27FC236}">
                <a16:creationId xmlns:a16="http://schemas.microsoft.com/office/drawing/2014/main" id="{8A7E32B5-A98F-650F-7CC4-2F1DB4F51A92}"/>
              </a:ext>
            </a:extLst>
          </p:cNvPr>
          <p:cNvSpPr/>
          <p:nvPr/>
        </p:nvSpPr>
        <p:spPr>
          <a:xfrm>
            <a:off x="10385901" y="1443142"/>
            <a:ext cx="471172" cy="471172"/>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ACCBF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11224E"/>
              </a:solidFill>
              <a:uFillTx/>
              <a:latin typeface="Calibri Light"/>
            </a:endParaRPr>
          </a:p>
        </p:txBody>
      </p:sp>
      <p:sp>
        <p:nvSpPr>
          <p:cNvPr id="4" name="Oval 19">
            <a:extLst>
              <a:ext uri="{FF2B5EF4-FFF2-40B4-BE49-F238E27FC236}">
                <a16:creationId xmlns:a16="http://schemas.microsoft.com/office/drawing/2014/main" id="{A91D954D-D9B8-1FD8-349D-A2D5591E8106}"/>
              </a:ext>
            </a:extLst>
          </p:cNvPr>
          <p:cNvSpPr/>
          <p:nvPr/>
        </p:nvSpPr>
        <p:spPr>
          <a:xfrm>
            <a:off x="8910014" y="328772"/>
            <a:ext cx="317808" cy="317808"/>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2C599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11224E"/>
              </a:solidFill>
              <a:uFillTx/>
              <a:latin typeface="Calibri Light"/>
            </a:endParaRPr>
          </a:p>
        </p:txBody>
      </p:sp>
      <p:sp>
        <p:nvSpPr>
          <p:cNvPr id="5" name="Oval 23">
            <a:extLst>
              <a:ext uri="{FF2B5EF4-FFF2-40B4-BE49-F238E27FC236}">
                <a16:creationId xmlns:a16="http://schemas.microsoft.com/office/drawing/2014/main" id="{4371F821-4B3B-16E7-D902-71444521FCEE}"/>
              </a:ext>
            </a:extLst>
          </p:cNvPr>
          <p:cNvSpPr/>
          <p:nvPr/>
        </p:nvSpPr>
        <p:spPr>
          <a:xfrm flipH="1">
            <a:off x="8634935" y="623940"/>
            <a:ext cx="170407" cy="170407"/>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FA6F1A"/>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11224E"/>
              </a:solidFill>
              <a:uFillTx/>
              <a:latin typeface="Calibri Light"/>
            </a:endParaRPr>
          </a:p>
        </p:txBody>
      </p:sp>
      <p:sp>
        <p:nvSpPr>
          <p:cNvPr id="6" name="Text Placeholder 25">
            <a:extLst>
              <a:ext uri="{FF2B5EF4-FFF2-40B4-BE49-F238E27FC236}">
                <a16:creationId xmlns:a16="http://schemas.microsoft.com/office/drawing/2014/main" id="{17DD128B-603F-83CD-A34A-56C526FB3F81}"/>
              </a:ext>
            </a:extLst>
          </p:cNvPr>
          <p:cNvSpPr txBox="1">
            <a:spLocks noGrp="1"/>
          </p:cNvSpPr>
          <p:nvPr>
            <p:ph type="body" sz="quarter" idx="4294967295"/>
          </p:nvPr>
        </p:nvSpPr>
        <p:spPr>
          <a:xfrm>
            <a:off x="660397" y="2673522"/>
            <a:ext cx="5067303" cy="2935288"/>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Clr>
                <a:srgbClr val="FA6F1A"/>
              </a:buClr>
              <a:buSzPct val="100000"/>
              <a:buFont typeface="Wingdings" pitchFamily="2"/>
              <a:buChar char="§"/>
              <a:tabLst/>
              <a:defRPr lang="en-US" sz="2000" b="0" i="0" u="none" strike="noStrike" cap="none" spc="0" baseline="0">
                <a:solidFill>
                  <a:srgbClr val="000000"/>
                </a:solidFill>
                <a:uFillTx/>
                <a:latin typeface="Calibri Light"/>
                <a:cs typeface="Biome Light" pitchFamily="34"/>
              </a:defRPr>
            </a:lvl1pPr>
          </a:lstStyle>
          <a:p>
            <a:pPr lvl="0"/>
            <a:r>
              <a:rPr lang="en-US"/>
              <a:t>Click to edit Master text styles</a:t>
            </a:r>
          </a:p>
        </p:txBody>
      </p:sp>
      <p:sp>
        <p:nvSpPr>
          <p:cNvPr id="7" name="Text Placeholder 27">
            <a:extLst>
              <a:ext uri="{FF2B5EF4-FFF2-40B4-BE49-F238E27FC236}">
                <a16:creationId xmlns:a16="http://schemas.microsoft.com/office/drawing/2014/main" id="{78B26924-8EDC-18C2-8CFF-CDA59215F877}"/>
              </a:ext>
            </a:extLst>
          </p:cNvPr>
          <p:cNvSpPr txBox="1">
            <a:spLocks noGrp="1"/>
          </p:cNvSpPr>
          <p:nvPr>
            <p:ph type="body" sz="quarter" idx="4294967295"/>
          </p:nvPr>
        </p:nvSpPr>
        <p:spPr>
          <a:xfrm>
            <a:off x="6451604" y="2061359"/>
            <a:ext cx="5080004" cy="438153"/>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None/>
              <a:tabLst/>
              <a:defRPr lang="en-US" sz="2400" b="1" i="0" u="none" strike="noStrike" cap="none" spc="0" baseline="0">
                <a:solidFill>
                  <a:srgbClr val="000000"/>
                </a:solidFill>
                <a:uFillTx/>
                <a:latin typeface="Corbel"/>
                <a:cs typeface="Biome Light" pitchFamily="34"/>
              </a:defRPr>
            </a:lvl1pPr>
          </a:lstStyle>
          <a:p>
            <a:pPr lvl="0"/>
            <a:r>
              <a:rPr lang="en-US"/>
              <a:t>Click to edit Master text styles</a:t>
            </a:r>
          </a:p>
        </p:txBody>
      </p:sp>
      <p:sp>
        <p:nvSpPr>
          <p:cNvPr id="8" name="Text Placeholder 25">
            <a:extLst>
              <a:ext uri="{FF2B5EF4-FFF2-40B4-BE49-F238E27FC236}">
                <a16:creationId xmlns:a16="http://schemas.microsoft.com/office/drawing/2014/main" id="{C756C7EA-0A71-1351-A54B-A21070545D4B}"/>
              </a:ext>
            </a:extLst>
          </p:cNvPr>
          <p:cNvSpPr txBox="1">
            <a:spLocks noGrp="1"/>
          </p:cNvSpPr>
          <p:nvPr>
            <p:ph type="body" sz="quarter" idx="4294967295"/>
          </p:nvPr>
        </p:nvSpPr>
        <p:spPr>
          <a:xfrm>
            <a:off x="6464295" y="2677070"/>
            <a:ext cx="5067303" cy="2935288"/>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Clr>
                <a:srgbClr val="FA6F1A"/>
              </a:buClr>
              <a:buSzPct val="100000"/>
              <a:buFont typeface="Wingdings" pitchFamily="2"/>
              <a:buChar char="§"/>
              <a:tabLst/>
              <a:defRPr lang="en-US" sz="2000" b="0" i="0" u="none" strike="noStrike" cap="none" spc="0" baseline="0">
                <a:solidFill>
                  <a:srgbClr val="000000"/>
                </a:solidFill>
                <a:uFillTx/>
                <a:latin typeface="Calibri Light"/>
                <a:cs typeface="Biome Light" pitchFamily="34"/>
              </a:defRPr>
            </a:lvl1pPr>
          </a:lstStyle>
          <a:p>
            <a:pPr lvl="0"/>
            <a:r>
              <a:rPr lang="en-US"/>
              <a:t>Click to edit Master text styles</a:t>
            </a:r>
          </a:p>
        </p:txBody>
      </p:sp>
      <p:sp>
        <p:nvSpPr>
          <p:cNvPr id="9" name="Picture Placeholder 12">
            <a:extLst>
              <a:ext uri="{FF2B5EF4-FFF2-40B4-BE49-F238E27FC236}">
                <a16:creationId xmlns:a16="http://schemas.microsoft.com/office/drawing/2014/main" id="{71252CDC-C6C9-A288-EC47-DA3F9D880CEE}"/>
              </a:ext>
            </a:extLst>
          </p:cNvPr>
          <p:cNvSpPr txBox="1">
            <a:spLocks noGrp="1"/>
          </p:cNvSpPr>
          <p:nvPr>
            <p:ph type="pic" sz="quarter" idx="4294967295"/>
          </p:nvPr>
        </p:nvSpPr>
        <p:spPr>
          <a:xfrm>
            <a:off x="9261646" y="0"/>
            <a:ext cx="2930350" cy="1559884"/>
          </a:xfrm>
          <a:prstGeom prst="rect">
            <a:avLst/>
          </a:prstGeom>
          <a:noFill/>
          <a:ln>
            <a:noFill/>
          </a:ln>
        </p:spPr>
        <p:txBody>
          <a:bodyPr vert="horz" wrap="square" lIns="91440" tIns="45720" rIns="91440" bIns="45720" anchor="ctr" anchorCtr="1" compatLnSpc="1">
            <a:noAutofit/>
          </a:bodyPr>
          <a:lstStyle>
            <a:lvl1pPr marL="266703" marR="0" lvl="0" indent="-266703" algn="ctr" fontAlgn="auto">
              <a:spcAft>
                <a:spcPts val="0"/>
              </a:spcAft>
              <a:buNone/>
              <a:tabLst/>
              <a:defRPr lang="en-US" sz="1800" b="0" i="0" u="none" strike="noStrike" cap="none" spc="0" baseline="0">
                <a:solidFill>
                  <a:srgbClr val="404040"/>
                </a:solidFill>
                <a:uFillTx/>
                <a:latin typeface="Calibri Light"/>
              </a:defRPr>
            </a:lvl1pPr>
          </a:lstStyle>
          <a:p>
            <a:pPr lvl="0"/>
            <a:r>
              <a:rPr lang="en-US"/>
              <a:t>Click icon to add picture</a:t>
            </a:r>
          </a:p>
        </p:txBody>
      </p:sp>
      <p:sp>
        <p:nvSpPr>
          <p:cNvPr id="10" name="Title 1">
            <a:extLst>
              <a:ext uri="{FF2B5EF4-FFF2-40B4-BE49-F238E27FC236}">
                <a16:creationId xmlns:a16="http://schemas.microsoft.com/office/drawing/2014/main" id="{D7410248-63EE-49DF-7EA0-7D9E3C14E67D}"/>
              </a:ext>
            </a:extLst>
          </p:cNvPr>
          <p:cNvSpPr txBox="1">
            <a:spLocks noGrp="1"/>
          </p:cNvSpPr>
          <p:nvPr>
            <p:ph type="title"/>
          </p:nvPr>
        </p:nvSpPr>
        <p:spPr>
          <a:xfrm>
            <a:off x="660397" y="805211"/>
            <a:ext cx="4275140" cy="830997"/>
          </a:xfrm>
          <a:prstGeom prst="rect">
            <a:avLst/>
          </a:prstGeom>
          <a:noFill/>
          <a:ln>
            <a:noFill/>
          </a:ln>
        </p:spPr>
        <p:txBody>
          <a:bodyPr vert="horz" wrap="square" lIns="91440" tIns="45720" rIns="91440" bIns="45720" anchor="t" anchorCtr="0" compatLnSpc="1">
            <a:noAutofit/>
          </a:bodyPr>
          <a:lstStyle>
            <a:lvl1pPr marL="0" marR="0" lvl="0" indent="0" fontAlgn="auto">
              <a:spcBef>
                <a:spcPts val="0"/>
              </a:spcBef>
              <a:spcAft>
                <a:spcPts val="0"/>
              </a:spcAft>
              <a:tabLst/>
              <a:defRPr lang="en-US" sz="4800" b="1" i="0" u="none" strike="noStrike" cap="none" spc="0" baseline="0">
                <a:solidFill>
                  <a:srgbClr val="000000"/>
                </a:solidFill>
                <a:uFillTx/>
                <a:latin typeface="Corbel"/>
              </a:defRPr>
            </a:lvl1pPr>
          </a:lstStyle>
          <a:p>
            <a:pPr lvl="0"/>
            <a:r>
              <a:rPr lang="en-US"/>
              <a:t>Click to edit Master title style</a:t>
            </a:r>
          </a:p>
        </p:txBody>
      </p:sp>
    </p:spTree>
    <p:extLst>
      <p:ext uri="{BB962C8B-B14F-4D97-AF65-F5344CB8AC3E}">
        <p14:creationId xmlns:p14="http://schemas.microsoft.com/office/powerpoint/2010/main" val="2452819710"/>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cSld name="Content Three Column">
    <p:spTree>
      <p:nvGrpSpPr>
        <p:cNvPr id="1" name=""/>
        <p:cNvGrpSpPr/>
        <p:nvPr/>
      </p:nvGrpSpPr>
      <p:grpSpPr>
        <a:xfrm>
          <a:off x="0" y="0"/>
          <a:ext cx="0" cy="0"/>
          <a:chOff x="0" y="0"/>
          <a:chExt cx="0" cy="0"/>
        </a:xfrm>
      </p:grpSpPr>
      <p:sp>
        <p:nvSpPr>
          <p:cNvPr id="2" name="Text Placeholder 27">
            <a:extLst>
              <a:ext uri="{FF2B5EF4-FFF2-40B4-BE49-F238E27FC236}">
                <a16:creationId xmlns:a16="http://schemas.microsoft.com/office/drawing/2014/main" id="{ECF8BB3C-CD0A-FD07-B69E-BA246F92A05F}"/>
              </a:ext>
            </a:extLst>
          </p:cNvPr>
          <p:cNvSpPr txBox="1">
            <a:spLocks noGrp="1"/>
          </p:cNvSpPr>
          <p:nvPr>
            <p:ph type="body" sz="quarter" idx="4294967295"/>
          </p:nvPr>
        </p:nvSpPr>
        <p:spPr>
          <a:xfrm>
            <a:off x="660397" y="2037658"/>
            <a:ext cx="3474720" cy="438153"/>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None/>
              <a:tabLst/>
              <a:defRPr lang="en-US" sz="2400" b="1" i="0" u="none" strike="noStrike" cap="none" spc="0" baseline="0">
                <a:solidFill>
                  <a:srgbClr val="000000"/>
                </a:solidFill>
                <a:uFillTx/>
                <a:latin typeface="Corbel"/>
                <a:cs typeface="Biome Light" pitchFamily="34"/>
              </a:defRPr>
            </a:lvl1pPr>
          </a:lstStyle>
          <a:p>
            <a:pPr lvl="0"/>
            <a:r>
              <a:rPr lang="en-US"/>
              <a:t>Click to edit Master text styles</a:t>
            </a:r>
          </a:p>
        </p:txBody>
      </p:sp>
      <p:sp>
        <p:nvSpPr>
          <p:cNvPr id="3" name="Text Placeholder 25">
            <a:extLst>
              <a:ext uri="{FF2B5EF4-FFF2-40B4-BE49-F238E27FC236}">
                <a16:creationId xmlns:a16="http://schemas.microsoft.com/office/drawing/2014/main" id="{9EC7EF18-AF10-46D1-DD8F-21F8392A8B8C}"/>
              </a:ext>
            </a:extLst>
          </p:cNvPr>
          <p:cNvSpPr txBox="1">
            <a:spLocks noGrp="1"/>
          </p:cNvSpPr>
          <p:nvPr>
            <p:ph type="body" sz="quarter" idx="4294967295"/>
          </p:nvPr>
        </p:nvSpPr>
        <p:spPr>
          <a:xfrm>
            <a:off x="660397" y="2664634"/>
            <a:ext cx="3474720" cy="2935288"/>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Clr>
                <a:srgbClr val="FA6F1A"/>
              </a:buClr>
              <a:buSzPct val="100000"/>
              <a:buFont typeface="Wingdings" pitchFamily="2"/>
              <a:buChar char="§"/>
              <a:tabLst/>
              <a:defRPr lang="en-US" sz="2000" b="0" i="0" u="none" strike="noStrike" cap="none" spc="0" baseline="0">
                <a:solidFill>
                  <a:srgbClr val="000000"/>
                </a:solidFill>
                <a:uFillTx/>
                <a:latin typeface="Calibri Light"/>
                <a:cs typeface="Biome Light" pitchFamily="34"/>
              </a:defRPr>
            </a:lvl1pPr>
          </a:lstStyle>
          <a:p>
            <a:pPr lvl="0"/>
            <a:r>
              <a:rPr lang="en-US"/>
              <a:t>Click to edit Master text styles</a:t>
            </a:r>
          </a:p>
        </p:txBody>
      </p:sp>
      <p:sp>
        <p:nvSpPr>
          <p:cNvPr id="4" name="Text Placeholder 27">
            <a:extLst>
              <a:ext uri="{FF2B5EF4-FFF2-40B4-BE49-F238E27FC236}">
                <a16:creationId xmlns:a16="http://schemas.microsoft.com/office/drawing/2014/main" id="{3DE44BF7-2128-8230-6A5B-FA58382A2C3C}"/>
              </a:ext>
            </a:extLst>
          </p:cNvPr>
          <p:cNvSpPr txBox="1">
            <a:spLocks noGrp="1"/>
          </p:cNvSpPr>
          <p:nvPr>
            <p:ph type="body" sz="quarter" idx="4294967295"/>
          </p:nvPr>
        </p:nvSpPr>
        <p:spPr>
          <a:xfrm>
            <a:off x="8044177" y="2052480"/>
            <a:ext cx="3474720" cy="438153"/>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None/>
              <a:tabLst/>
              <a:defRPr lang="en-US" sz="2400" b="1" i="0" u="none" strike="noStrike" cap="none" spc="0" baseline="0">
                <a:solidFill>
                  <a:srgbClr val="000000"/>
                </a:solidFill>
                <a:uFillTx/>
                <a:latin typeface="Corbel"/>
                <a:cs typeface="Biome Light" pitchFamily="34"/>
              </a:defRPr>
            </a:lvl1pPr>
          </a:lstStyle>
          <a:p>
            <a:pPr lvl="0"/>
            <a:r>
              <a:rPr lang="en-US"/>
              <a:t>Click to edit Master text styles</a:t>
            </a:r>
          </a:p>
        </p:txBody>
      </p:sp>
      <p:sp>
        <p:nvSpPr>
          <p:cNvPr id="5" name="Text Placeholder 25">
            <a:extLst>
              <a:ext uri="{FF2B5EF4-FFF2-40B4-BE49-F238E27FC236}">
                <a16:creationId xmlns:a16="http://schemas.microsoft.com/office/drawing/2014/main" id="{707E9897-7AD3-DA7F-894F-91C5CF978BB5}"/>
              </a:ext>
            </a:extLst>
          </p:cNvPr>
          <p:cNvSpPr txBox="1">
            <a:spLocks noGrp="1"/>
          </p:cNvSpPr>
          <p:nvPr>
            <p:ph type="body" sz="quarter" idx="4294967295"/>
          </p:nvPr>
        </p:nvSpPr>
        <p:spPr>
          <a:xfrm>
            <a:off x="8056878" y="2668182"/>
            <a:ext cx="3474720" cy="2935288"/>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Clr>
                <a:srgbClr val="FA6F1A"/>
              </a:buClr>
              <a:buSzPct val="100000"/>
              <a:buFont typeface="Wingdings" pitchFamily="2"/>
              <a:buChar char="§"/>
              <a:tabLst/>
              <a:defRPr lang="en-US" sz="2000" b="0" i="0" u="none" strike="noStrike" cap="none" spc="0" baseline="0">
                <a:solidFill>
                  <a:srgbClr val="000000"/>
                </a:solidFill>
                <a:uFillTx/>
                <a:latin typeface="Calibri Light"/>
                <a:cs typeface="Biome Light" pitchFamily="34"/>
              </a:defRPr>
            </a:lvl1pPr>
          </a:lstStyle>
          <a:p>
            <a:pPr lvl="0"/>
            <a:r>
              <a:rPr lang="en-US"/>
              <a:t>Click to edit Master text styles</a:t>
            </a:r>
          </a:p>
        </p:txBody>
      </p:sp>
      <p:sp>
        <p:nvSpPr>
          <p:cNvPr id="6" name="Text Placeholder 27">
            <a:extLst>
              <a:ext uri="{FF2B5EF4-FFF2-40B4-BE49-F238E27FC236}">
                <a16:creationId xmlns:a16="http://schemas.microsoft.com/office/drawing/2014/main" id="{A9B53F87-9EBE-6198-3C4C-B223D0FC3769}"/>
              </a:ext>
            </a:extLst>
          </p:cNvPr>
          <p:cNvSpPr txBox="1">
            <a:spLocks noGrp="1"/>
          </p:cNvSpPr>
          <p:nvPr>
            <p:ph type="body" sz="quarter" idx="4294967295"/>
          </p:nvPr>
        </p:nvSpPr>
        <p:spPr>
          <a:xfrm>
            <a:off x="4352287" y="2048932"/>
            <a:ext cx="3474720" cy="438153"/>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None/>
              <a:tabLst/>
              <a:defRPr lang="en-US" sz="2400" b="1" i="0" u="none" strike="noStrike" cap="none" spc="0" baseline="0">
                <a:solidFill>
                  <a:srgbClr val="000000"/>
                </a:solidFill>
                <a:uFillTx/>
                <a:latin typeface="Corbel"/>
                <a:cs typeface="Biome Light" pitchFamily="34"/>
              </a:defRPr>
            </a:lvl1pPr>
          </a:lstStyle>
          <a:p>
            <a:pPr lvl="0"/>
            <a:r>
              <a:rPr lang="en-US"/>
              <a:t>Click to edit Master text styles</a:t>
            </a:r>
          </a:p>
        </p:txBody>
      </p:sp>
      <p:sp>
        <p:nvSpPr>
          <p:cNvPr id="7" name="Text Placeholder 25">
            <a:extLst>
              <a:ext uri="{FF2B5EF4-FFF2-40B4-BE49-F238E27FC236}">
                <a16:creationId xmlns:a16="http://schemas.microsoft.com/office/drawing/2014/main" id="{803DF02F-97E6-85DE-FE81-7EFB53600321}"/>
              </a:ext>
            </a:extLst>
          </p:cNvPr>
          <p:cNvSpPr txBox="1">
            <a:spLocks noGrp="1"/>
          </p:cNvSpPr>
          <p:nvPr>
            <p:ph type="body" sz="quarter" idx="4294967295"/>
          </p:nvPr>
        </p:nvSpPr>
        <p:spPr>
          <a:xfrm>
            <a:off x="4364988" y="2664634"/>
            <a:ext cx="3474720" cy="2935288"/>
          </a:xfrm>
          <a:prstGeom prst="rect">
            <a:avLst/>
          </a:prstGeom>
          <a:noFill/>
          <a:ln>
            <a:noFill/>
          </a:ln>
        </p:spPr>
        <p:txBody>
          <a:bodyPr vert="horz" wrap="square" lIns="91440" tIns="45720" rIns="91440" bIns="45720" anchor="t" anchorCtr="0" compatLnSpc="1">
            <a:noAutofit/>
          </a:bodyPr>
          <a:lstStyle>
            <a:lvl1pPr marL="266703" marR="0" lvl="0" indent="-266703" fontAlgn="auto">
              <a:spcAft>
                <a:spcPts val="0"/>
              </a:spcAft>
              <a:buClr>
                <a:srgbClr val="FA6F1A"/>
              </a:buClr>
              <a:buSzPct val="100000"/>
              <a:buFont typeface="Wingdings" pitchFamily="2"/>
              <a:buChar char="§"/>
              <a:tabLst/>
              <a:defRPr lang="en-US" sz="2000" b="0" i="0" u="none" strike="noStrike" cap="none" spc="0" baseline="0">
                <a:solidFill>
                  <a:srgbClr val="000000"/>
                </a:solidFill>
                <a:uFillTx/>
                <a:latin typeface="Calibri Light"/>
                <a:cs typeface="Biome Light" pitchFamily="34"/>
              </a:defRPr>
            </a:lvl1pPr>
          </a:lstStyle>
          <a:p>
            <a:pPr lvl="0"/>
            <a:r>
              <a:rPr lang="en-US"/>
              <a:t>Click to edit Master text styles</a:t>
            </a:r>
          </a:p>
        </p:txBody>
      </p:sp>
      <p:sp>
        <p:nvSpPr>
          <p:cNvPr id="8" name="Hexagon 2">
            <a:extLst>
              <a:ext uri="{FF2B5EF4-FFF2-40B4-BE49-F238E27FC236}">
                <a16:creationId xmlns:a16="http://schemas.microsoft.com/office/drawing/2014/main" id="{B1E371ED-7B6E-B9A5-1D39-CECA632E1952}"/>
              </a:ext>
            </a:extLst>
          </p:cNvPr>
          <p:cNvSpPr/>
          <p:nvPr/>
        </p:nvSpPr>
        <p:spPr>
          <a:xfrm>
            <a:off x="10700125" y="788523"/>
            <a:ext cx="1155902" cy="996467"/>
          </a:xfrm>
          <a:custGeom>
            <a:avLst/>
            <a:gdLst>
              <a:gd name="f0" fmla="val 10800000"/>
              <a:gd name="f1" fmla="val 5400000"/>
              <a:gd name="f2" fmla="val 180"/>
              <a:gd name="f3" fmla="val w"/>
              <a:gd name="f4" fmla="val h"/>
              <a:gd name="f5" fmla="val ss"/>
              <a:gd name="f6" fmla="val 0"/>
              <a:gd name="f7" fmla="*/ 5419351 1 1725033"/>
              <a:gd name="f8" fmla="+- 0 0 1"/>
              <a:gd name="f9" fmla="val 115470"/>
              <a:gd name="f10" fmla="val 25000"/>
              <a:gd name="f11" fmla="+- 0 0 -180"/>
              <a:gd name="f12" fmla="+- 0 0 -360"/>
              <a:gd name="f13" fmla="abs f3"/>
              <a:gd name="f14" fmla="abs f4"/>
              <a:gd name="f15" fmla="abs f5"/>
              <a:gd name="f16" fmla="+- 3600000 f1 0"/>
              <a:gd name="f17" fmla="*/ f11 f0 1"/>
              <a:gd name="f18" fmla="*/ f12 f0 1"/>
              <a:gd name="f19" fmla="?: f13 f3 1"/>
              <a:gd name="f20" fmla="?: f14 f4 1"/>
              <a:gd name="f21" fmla="?: f15 f5 1"/>
              <a:gd name="f22" fmla="+- f16 0 f1"/>
              <a:gd name="f23" fmla="*/ f17 1 f2"/>
              <a:gd name="f24" fmla="*/ f18 1 f2"/>
              <a:gd name="f25" fmla="*/ f19 1 21600"/>
              <a:gd name="f26" fmla="*/ f20 1 21600"/>
              <a:gd name="f27" fmla="*/ 21600 f19 1"/>
              <a:gd name="f28" fmla="*/ 21600 f20 1"/>
              <a:gd name="f29" fmla="+- f22 f1 0"/>
              <a:gd name="f30" fmla="+- f23 0 f1"/>
              <a:gd name="f31" fmla="+- f24 0 f1"/>
              <a:gd name="f32" fmla="min f26 f25"/>
              <a:gd name="f33" fmla="*/ f27 1 f21"/>
              <a:gd name="f34" fmla="*/ f28 1 f21"/>
              <a:gd name="f35" fmla="*/ f29 f7 1"/>
              <a:gd name="f36" fmla="val f33"/>
              <a:gd name="f37" fmla="val f34"/>
              <a:gd name="f38" fmla="*/ f35 1 f0"/>
              <a:gd name="f39" fmla="*/ f6 f32 1"/>
              <a:gd name="f40" fmla="+- f37 0 f6"/>
              <a:gd name="f41" fmla="+- f36 0 f6"/>
              <a:gd name="f42" fmla="+- 0 0 f38"/>
              <a:gd name="f43" fmla="*/ f36 f32 1"/>
              <a:gd name="f44" fmla="*/ f40 1 2"/>
              <a:gd name="f45" fmla="min f41 f40"/>
              <a:gd name="f46" fmla="*/ 50000 f41 1"/>
              <a:gd name="f47" fmla="+- 0 0 f42"/>
              <a:gd name="f48" fmla="+- f6 f44 0"/>
              <a:gd name="f49" fmla="*/ f46 1 f45"/>
              <a:gd name="f50" fmla="*/ f44 f9 1"/>
              <a:gd name="f51" fmla="*/ f45 f10 1"/>
              <a:gd name="f52" fmla="*/ f47 f0 1"/>
              <a:gd name="f53" fmla="*/ f50 1 100000"/>
              <a:gd name="f54" fmla="*/ f51 1 100000"/>
              <a:gd name="f55" fmla="*/ f49 f8 1"/>
              <a:gd name="f56" fmla="*/ f52 1 f7"/>
              <a:gd name="f57" fmla="*/ f48 f32 1"/>
              <a:gd name="f58" fmla="+- f36 0 f54"/>
              <a:gd name="f59" fmla="*/ f55 1 2"/>
              <a:gd name="f60" fmla="+- f56 0 f1"/>
              <a:gd name="f61" fmla="*/ f54 f32 1"/>
              <a:gd name="f62" fmla="sin 1 f60"/>
              <a:gd name="f63" fmla="+- f10 f59 0"/>
              <a:gd name="f64" fmla="*/ f58 f32 1"/>
              <a:gd name="f65" fmla="+- 0 0 f62"/>
              <a:gd name="f66" fmla="?: f63 4 2"/>
              <a:gd name="f67" fmla="?: f63 3 2"/>
              <a:gd name="f68" fmla="?: f63 f59 0"/>
              <a:gd name="f69" fmla="+- 0 0 f65"/>
              <a:gd name="f70" fmla="+- f10 f68 0"/>
              <a:gd name="f71" fmla="val f69"/>
              <a:gd name="f72" fmla="*/ f70 1 f59"/>
              <a:gd name="f73" fmla="*/ f71 f53 1"/>
              <a:gd name="f74" fmla="*/ f72 f67 1"/>
              <a:gd name="f75" fmla="+- f48 0 f73"/>
              <a:gd name="f76" fmla="+- f48 f73 0"/>
              <a:gd name="f77" fmla="*/ f74 1 f8"/>
              <a:gd name="f78" fmla="+- f66 f77 0"/>
              <a:gd name="f79" fmla="*/ f75 f32 1"/>
              <a:gd name="f80" fmla="*/ f76 f32 1"/>
              <a:gd name="f81" fmla="*/ f41 f78 1"/>
              <a:gd name="f82" fmla="*/ f40 f78 1"/>
              <a:gd name="f83" fmla="*/ f81 1 24"/>
              <a:gd name="f84" fmla="*/ f82 1 24"/>
              <a:gd name="f85" fmla="+- f36 0 f83"/>
              <a:gd name="f86" fmla="+- f37 0 f84"/>
              <a:gd name="f87" fmla="*/ f83 f32 1"/>
              <a:gd name="f88" fmla="*/ f84 f32 1"/>
              <a:gd name="f89" fmla="*/ f85 f32 1"/>
              <a:gd name="f90" fmla="*/ f86 f32 1"/>
            </a:gdLst>
            <a:ahLst/>
            <a:cxnLst>
              <a:cxn ang="3cd4">
                <a:pos x="hc" y="t"/>
              </a:cxn>
              <a:cxn ang="0">
                <a:pos x="r" y="vc"/>
              </a:cxn>
              <a:cxn ang="cd4">
                <a:pos x="hc" y="b"/>
              </a:cxn>
              <a:cxn ang="cd2">
                <a:pos x="l" y="vc"/>
              </a:cxn>
              <a:cxn ang="f30">
                <a:pos x="f64" y="f80"/>
              </a:cxn>
              <a:cxn ang="f30">
                <a:pos x="f61" y="f80"/>
              </a:cxn>
              <a:cxn ang="f31">
                <a:pos x="f61" y="f79"/>
              </a:cxn>
              <a:cxn ang="f31">
                <a:pos x="f64" y="f79"/>
              </a:cxn>
            </a:cxnLst>
            <a:rect l="f87" t="f88" r="f89" b="f90"/>
            <a:pathLst>
              <a:path>
                <a:moveTo>
                  <a:pt x="f39" y="f57"/>
                </a:moveTo>
                <a:lnTo>
                  <a:pt x="f61" y="f79"/>
                </a:lnTo>
                <a:lnTo>
                  <a:pt x="f64" y="f79"/>
                </a:lnTo>
                <a:lnTo>
                  <a:pt x="f43" y="f57"/>
                </a:lnTo>
                <a:lnTo>
                  <a:pt x="f64" y="f80"/>
                </a:lnTo>
                <a:lnTo>
                  <a:pt x="f61" y="f80"/>
                </a:lnTo>
                <a:close/>
              </a:path>
            </a:pathLst>
          </a:custGeom>
          <a:solidFill>
            <a:srgbClr val="11224E"/>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FFFFFF"/>
              </a:solidFill>
              <a:uFillTx/>
              <a:latin typeface="Calibri Light"/>
            </a:endParaRPr>
          </a:p>
        </p:txBody>
      </p:sp>
      <p:sp>
        <p:nvSpPr>
          <p:cNvPr id="9" name="Hexagon 3">
            <a:extLst>
              <a:ext uri="{FF2B5EF4-FFF2-40B4-BE49-F238E27FC236}">
                <a16:creationId xmlns:a16="http://schemas.microsoft.com/office/drawing/2014/main" id="{63EFFE5C-4BC7-7E75-AB9D-D8757A21D6A4}"/>
              </a:ext>
            </a:extLst>
          </p:cNvPr>
          <p:cNvSpPr/>
          <p:nvPr/>
        </p:nvSpPr>
        <p:spPr>
          <a:xfrm>
            <a:off x="11388431" y="1859139"/>
            <a:ext cx="315202" cy="271732"/>
          </a:xfrm>
          <a:custGeom>
            <a:avLst/>
            <a:gdLst>
              <a:gd name="f0" fmla="val 10800000"/>
              <a:gd name="f1" fmla="val 5400000"/>
              <a:gd name="f2" fmla="val 180"/>
              <a:gd name="f3" fmla="val w"/>
              <a:gd name="f4" fmla="val h"/>
              <a:gd name="f5" fmla="val ss"/>
              <a:gd name="f6" fmla="val 0"/>
              <a:gd name="f7" fmla="*/ 5419351 1 1725033"/>
              <a:gd name="f8" fmla="+- 0 0 1"/>
              <a:gd name="f9" fmla="val 115470"/>
              <a:gd name="f10" fmla="val 25000"/>
              <a:gd name="f11" fmla="+- 0 0 -180"/>
              <a:gd name="f12" fmla="+- 0 0 -360"/>
              <a:gd name="f13" fmla="abs f3"/>
              <a:gd name="f14" fmla="abs f4"/>
              <a:gd name="f15" fmla="abs f5"/>
              <a:gd name="f16" fmla="+- 3600000 f1 0"/>
              <a:gd name="f17" fmla="*/ f11 f0 1"/>
              <a:gd name="f18" fmla="*/ f12 f0 1"/>
              <a:gd name="f19" fmla="?: f13 f3 1"/>
              <a:gd name="f20" fmla="?: f14 f4 1"/>
              <a:gd name="f21" fmla="?: f15 f5 1"/>
              <a:gd name="f22" fmla="+- f16 0 f1"/>
              <a:gd name="f23" fmla="*/ f17 1 f2"/>
              <a:gd name="f24" fmla="*/ f18 1 f2"/>
              <a:gd name="f25" fmla="*/ f19 1 21600"/>
              <a:gd name="f26" fmla="*/ f20 1 21600"/>
              <a:gd name="f27" fmla="*/ 21600 f19 1"/>
              <a:gd name="f28" fmla="*/ 21600 f20 1"/>
              <a:gd name="f29" fmla="+- f22 f1 0"/>
              <a:gd name="f30" fmla="+- f23 0 f1"/>
              <a:gd name="f31" fmla="+- f24 0 f1"/>
              <a:gd name="f32" fmla="min f26 f25"/>
              <a:gd name="f33" fmla="*/ f27 1 f21"/>
              <a:gd name="f34" fmla="*/ f28 1 f21"/>
              <a:gd name="f35" fmla="*/ f29 f7 1"/>
              <a:gd name="f36" fmla="val f33"/>
              <a:gd name="f37" fmla="val f34"/>
              <a:gd name="f38" fmla="*/ f35 1 f0"/>
              <a:gd name="f39" fmla="*/ f6 f32 1"/>
              <a:gd name="f40" fmla="+- f37 0 f6"/>
              <a:gd name="f41" fmla="+- f36 0 f6"/>
              <a:gd name="f42" fmla="+- 0 0 f38"/>
              <a:gd name="f43" fmla="*/ f36 f32 1"/>
              <a:gd name="f44" fmla="*/ f40 1 2"/>
              <a:gd name="f45" fmla="min f41 f40"/>
              <a:gd name="f46" fmla="*/ 50000 f41 1"/>
              <a:gd name="f47" fmla="+- 0 0 f42"/>
              <a:gd name="f48" fmla="+- f6 f44 0"/>
              <a:gd name="f49" fmla="*/ f46 1 f45"/>
              <a:gd name="f50" fmla="*/ f44 f9 1"/>
              <a:gd name="f51" fmla="*/ f45 f10 1"/>
              <a:gd name="f52" fmla="*/ f47 f0 1"/>
              <a:gd name="f53" fmla="*/ f50 1 100000"/>
              <a:gd name="f54" fmla="*/ f51 1 100000"/>
              <a:gd name="f55" fmla="*/ f49 f8 1"/>
              <a:gd name="f56" fmla="*/ f52 1 f7"/>
              <a:gd name="f57" fmla="*/ f48 f32 1"/>
              <a:gd name="f58" fmla="+- f36 0 f54"/>
              <a:gd name="f59" fmla="*/ f55 1 2"/>
              <a:gd name="f60" fmla="+- f56 0 f1"/>
              <a:gd name="f61" fmla="*/ f54 f32 1"/>
              <a:gd name="f62" fmla="sin 1 f60"/>
              <a:gd name="f63" fmla="+- f10 f59 0"/>
              <a:gd name="f64" fmla="*/ f58 f32 1"/>
              <a:gd name="f65" fmla="+- 0 0 f62"/>
              <a:gd name="f66" fmla="?: f63 4 2"/>
              <a:gd name="f67" fmla="?: f63 3 2"/>
              <a:gd name="f68" fmla="?: f63 f59 0"/>
              <a:gd name="f69" fmla="+- 0 0 f65"/>
              <a:gd name="f70" fmla="+- f10 f68 0"/>
              <a:gd name="f71" fmla="val f69"/>
              <a:gd name="f72" fmla="*/ f70 1 f59"/>
              <a:gd name="f73" fmla="*/ f71 f53 1"/>
              <a:gd name="f74" fmla="*/ f72 f67 1"/>
              <a:gd name="f75" fmla="+- f48 0 f73"/>
              <a:gd name="f76" fmla="+- f48 f73 0"/>
              <a:gd name="f77" fmla="*/ f74 1 f8"/>
              <a:gd name="f78" fmla="+- f66 f77 0"/>
              <a:gd name="f79" fmla="*/ f75 f32 1"/>
              <a:gd name="f80" fmla="*/ f76 f32 1"/>
              <a:gd name="f81" fmla="*/ f41 f78 1"/>
              <a:gd name="f82" fmla="*/ f40 f78 1"/>
              <a:gd name="f83" fmla="*/ f81 1 24"/>
              <a:gd name="f84" fmla="*/ f82 1 24"/>
              <a:gd name="f85" fmla="+- f36 0 f83"/>
              <a:gd name="f86" fmla="+- f37 0 f84"/>
              <a:gd name="f87" fmla="*/ f83 f32 1"/>
              <a:gd name="f88" fmla="*/ f84 f32 1"/>
              <a:gd name="f89" fmla="*/ f85 f32 1"/>
              <a:gd name="f90" fmla="*/ f86 f32 1"/>
            </a:gdLst>
            <a:ahLst/>
            <a:cxnLst>
              <a:cxn ang="3cd4">
                <a:pos x="hc" y="t"/>
              </a:cxn>
              <a:cxn ang="0">
                <a:pos x="r" y="vc"/>
              </a:cxn>
              <a:cxn ang="cd4">
                <a:pos x="hc" y="b"/>
              </a:cxn>
              <a:cxn ang="cd2">
                <a:pos x="l" y="vc"/>
              </a:cxn>
              <a:cxn ang="f30">
                <a:pos x="f64" y="f80"/>
              </a:cxn>
              <a:cxn ang="f30">
                <a:pos x="f61" y="f80"/>
              </a:cxn>
              <a:cxn ang="f31">
                <a:pos x="f61" y="f79"/>
              </a:cxn>
              <a:cxn ang="f31">
                <a:pos x="f64" y="f79"/>
              </a:cxn>
            </a:cxnLst>
            <a:rect l="f87" t="f88" r="f89" b="f90"/>
            <a:pathLst>
              <a:path>
                <a:moveTo>
                  <a:pt x="f39" y="f57"/>
                </a:moveTo>
                <a:lnTo>
                  <a:pt x="f61" y="f79"/>
                </a:lnTo>
                <a:lnTo>
                  <a:pt x="f64" y="f79"/>
                </a:lnTo>
                <a:lnTo>
                  <a:pt x="f43" y="f57"/>
                </a:lnTo>
                <a:lnTo>
                  <a:pt x="f64" y="f80"/>
                </a:lnTo>
                <a:lnTo>
                  <a:pt x="f61" y="f80"/>
                </a:lnTo>
                <a:close/>
              </a:path>
            </a:pathLst>
          </a:custGeom>
          <a:solidFill>
            <a:srgbClr val="FA6F1A"/>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C83C4"/>
              </a:solidFill>
              <a:uFillTx/>
              <a:latin typeface="Calibri Light"/>
            </a:endParaRPr>
          </a:p>
        </p:txBody>
      </p:sp>
      <p:sp>
        <p:nvSpPr>
          <p:cNvPr id="10" name="Hexagon 4">
            <a:extLst>
              <a:ext uri="{FF2B5EF4-FFF2-40B4-BE49-F238E27FC236}">
                <a16:creationId xmlns:a16="http://schemas.microsoft.com/office/drawing/2014/main" id="{3246BE57-A0C5-E966-972F-53F65D506426}"/>
              </a:ext>
            </a:extLst>
          </p:cNvPr>
          <p:cNvSpPr/>
          <p:nvPr/>
        </p:nvSpPr>
        <p:spPr>
          <a:xfrm>
            <a:off x="9014155" y="740289"/>
            <a:ext cx="379064" cy="326779"/>
          </a:xfrm>
          <a:custGeom>
            <a:avLst/>
            <a:gdLst>
              <a:gd name="f0" fmla="val 10800000"/>
              <a:gd name="f1" fmla="val 5400000"/>
              <a:gd name="f2" fmla="val 180"/>
              <a:gd name="f3" fmla="val w"/>
              <a:gd name="f4" fmla="val h"/>
              <a:gd name="f5" fmla="val ss"/>
              <a:gd name="f6" fmla="val 0"/>
              <a:gd name="f7" fmla="*/ 5419351 1 1725033"/>
              <a:gd name="f8" fmla="+- 0 0 1"/>
              <a:gd name="f9" fmla="val 115470"/>
              <a:gd name="f10" fmla="val 25000"/>
              <a:gd name="f11" fmla="+- 0 0 -180"/>
              <a:gd name="f12" fmla="+- 0 0 -360"/>
              <a:gd name="f13" fmla="abs f3"/>
              <a:gd name="f14" fmla="abs f4"/>
              <a:gd name="f15" fmla="abs f5"/>
              <a:gd name="f16" fmla="+- 3600000 f1 0"/>
              <a:gd name="f17" fmla="*/ f11 f0 1"/>
              <a:gd name="f18" fmla="*/ f12 f0 1"/>
              <a:gd name="f19" fmla="?: f13 f3 1"/>
              <a:gd name="f20" fmla="?: f14 f4 1"/>
              <a:gd name="f21" fmla="?: f15 f5 1"/>
              <a:gd name="f22" fmla="+- f16 0 f1"/>
              <a:gd name="f23" fmla="*/ f17 1 f2"/>
              <a:gd name="f24" fmla="*/ f18 1 f2"/>
              <a:gd name="f25" fmla="*/ f19 1 21600"/>
              <a:gd name="f26" fmla="*/ f20 1 21600"/>
              <a:gd name="f27" fmla="*/ 21600 f19 1"/>
              <a:gd name="f28" fmla="*/ 21600 f20 1"/>
              <a:gd name="f29" fmla="+- f22 f1 0"/>
              <a:gd name="f30" fmla="+- f23 0 f1"/>
              <a:gd name="f31" fmla="+- f24 0 f1"/>
              <a:gd name="f32" fmla="min f26 f25"/>
              <a:gd name="f33" fmla="*/ f27 1 f21"/>
              <a:gd name="f34" fmla="*/ f28 1 f21"/>
              <a:gd name="f35" fmla="*/ f29 f7 1"/>
              <a:gd name="f36" fmla="val f33"/>
              <a:gd name="f37" fmla="val f34"/>
              <a:gd name="f38" fmla="*/ f35 1 f0"/>
              <a:gd name="f39" fmla="*/ f6 f32 1"/>
              <a:gd name="f40" fmla="+- f37 0 f6"/>
              <a:gd name="f41" fmla="+- f36 0 f6"/>
              <a:gd name="f42" fmla="+- 0 0 f38"/>
              <a:gd name="f43" fmla="*/ f36 f32 1"/>
              <a:gd name="f44" fmla="*/ f40 1 2"/>
              <a:gd name="f45" fmla="min f41 f40"/>
              <a:gd name="f46" fmla="*/ 50000 f41 1"/>
              <a:gd name="f47" fmla="+- 0 0 f42"/>
              <a:gd name="f48" fmla="+- f6 f44 0"/>
              <a:gd name="f49" fmla="*/ f46 1 f45"/>
              <a:gd name="f50" fmla="*/ f44 f9 1"/>
              <a:gd name="f51" fmla="*/ f45 f10 1"/>
              <a:gd name="f52" fmla="*/ f47 f0 1"/>
              <a:gd name="f53" fmla="*/ f50 1 100000"/>
              <a:gd name="f54" fmla="*/ f51 1 100000"/>
              <a:gd name="f55" fmla="*/ f49 f8 1"/>
              <a:gd name="f56" fmla="*/ f52 1 f7"/>
              <a:gd name="f57" fmla="*/ f48 f32 1"/>
              <a:gd name="f58" fmla="+- f36 0 f54"/>
              <a:gd name="f59" fmla="*/ f55 1 2"/>
              <a:gd name="f60" fmla="+- f56 0 f1"/>
              <a:gd name="f61" fmla="*/ f54 f32 1"/>
              <a:gd name="f62" fmla="sin 1 f60"/>
              <a:gd name="f63" fmla="+- f10 f59 0"/>
              <a:gd name="f64" fmla="*/ f58 f32 1"/>
              <a:gd name="f65" fmla="+- 0 0 f62"/>
              <a:gd name="f66" fmla="?: f63 4 2"/>
              <a:gd name="f67" fmla="?: f63 3 2"/>
              <a:gd name="f68" fmla="?: f63 f59 0"/>
              <a:gd name="f69" fmla="+- 0 0 f65"/>
              <a:gd name="f70" fmla="+- f10 f68 0"/>
              <a:gd name="f71" fmla="val f69"/>
              <a:gd name="f72" fmla="*/ f70 1 f59"/>
              <a:gd name="f73" fmla="*/ f71 f53 1"/>
              <a:gd name="f74" fmla="*/ f72 f67 1"/>
              <a:gd name="f75" fmla="+- f48 0 f73"/>
              <a:gd name="f76" fmla="+- f48 f73 0"/>
              <a:gd name="f77" fmla="*/ f74 1 f8"/>
              <a:gd name="f78" fmla="+- f66 f77 0"/>
              <a:gd name="f79" fmla="*/ f75 f32 1"/>
              <a:gd name="f80" fmla="*/ f76 f32 1"/>
              <a:gd name="f81" fmla="*/ f41 f78 1"/>
              <a:gd name="f82" fmla="*/ f40 f78 1"/>
              <a:gd name="f83" fmla="*/ f81 1 24"/>
              <a:gd name="f84" fmla="*/ f82 1 24"/>
              <a:gd name="f85" fmla="+- f36 0 f83"/>
              <a:gd name="f86" fmla="+- f37 0 f84"/>
              <a:gd name="f87" fmla="*/ f83 f32 1"/>
              <a:gd name="f88" fmla="*/ f84 f32 1"/>
              <a:gd name="f89" fmla="*/ f85 f32 1"/>
              <a:gd name="f90" fmla="*/ f86 f32 1"/>
            </a:gdLst>
            <a:ahLst/>
            <a:cxnLst>
              <a:cxn ang="3cd4">
                <a:pos x="hc" y="t"/>
              </a:cxn>
              <a:cxn ang="0">
                <a:pos x="r" y="vc"/>
              </a:cxn>
              <a:cxn ang="cd4">
                <a:pos x="hc" y="b"/>
              </a:cxn>
              <a:cxn ang="cd2">
                <a:pos x="l" y="vc"/>
              </a:cxn>
              <a:cxn ang="f30">
                <a:pos x="f64" y="f80"/>
              </a:cxn>
              <a:cxn ang="f30">
                <a:pos x="f61" y="f80"/>
              </a:cxn>
              <a:cxn ang="f31">
                <a:pos x="f61" y="f79"/>
              </a:cxn>
              <a:cxn ang="f31">
                <a:pos x="f64" y="f79"/>
              </a:cxn>
            </a:cxnLst>
            <a:rect l="f87" t="f88" r="f89" b="f90"/>
            <a:pathLst>
              <a:path>
                <a:moveTo>
                  <a:pt x="f39" y="f57"/>
                </a:moveTo>
                <a:lnTo>
                  <a:pt x="f61" y="f79"/>
                </a:lnTo>
                <a:lnTo>
                  <a:pt x="f64" y="f79"/>
                </a:lnTo>
                <a:lnTo>
                  <a:pt x="f43" y="f57"/>
                </a:lnTo>
                <a:lnTo>
                  <a:pt x="f64" y="f80"/>
                </a:lnTo>
                <a:lnTo>
                  <a:pt x="f61" y="f80"/>
                </a:lnTo>
                <a:close/>
              </a:path>
            </a:pathLst>
          </a:custGeom>
          <a:solidFill>
            <a:srgbClr val="ACCBF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5C83C4"/>
              </a:solidFill>
              <a:uFillTx/>
              <a:latin typeface="Calibri Light"/>
            </a:endParaRPr>
          </a:p>
        </p:txBody>
      </p:sp>
      <p:sp>
        <p:nvSpPr>
          <p:cNvPr id="11" name="Title 1">
            <a:extLst>
              <a:ext uri="{FF2B5EF4-FFF2-40B4-BE49-F238E27FC236}">
                <a16:creationId xmlns:a16="http://schemas.microsoft.com/office/drawing/2014/main" id="{0A5C8E82-B1EA-A5CC-E7F1-494FABCFEBC2}"/>
              </a:ext>
            </a:extLst>
          </p:cNvPr>
          <p:cNvSpPr txBox="1">
            <a:spLocks noGrp="1"/>
          </p:cNvSpPr>
          <p:nvPr>
            <p:ph type="title"/>
          </p:nvPr>
        </p:nvSpPr>
        <p:spPr>
          <a:xfrm>
            <a:off x="660397" y="805211"/>
            <a:ext cx="4275140" cy="830997"/>
          </a:xfrm>
          <a:prstGeom prst="rect">
            <a:avLst/>
          </a:prstGeom>
          <a:noFill/>
          <a:ln>
            <a:noFill/>
          </a:ln>
        </p:spPr>
        <p:txBody>
          <a:bodyPr vert="horz" wrap="square" lIns="91440" tIns="45720" rIns="91440" bIns="45720" anchor="t" anchorCtr="0" compatLnSpc="1">
            <a:noAutofit/>
          </a:bodyPr>
          <a:lstStyle>
            <a:lvl1pPr marL="0" marR="0" lvl="0" indent="0" fontAlgn="auto">
              <a:spcBef>
                <a:spcPts val="0"/>
              </a:spcBef>
              <a:spcAft>
                <a:spcPts val="0"/>
              </a:spcAft>
              <a:tabLst/>
              <a:defRPr lang="en-US" sz="4800" b="1" i="0" u="none" strike="noStrike" cap="none" spc="0" baseline="0">
                <a:solidFill>
                  <a:srgbClr val="000000"/>
                </a:solidFill>
                <a:uFillTx/>
                <a:latin typeface="Corbel"/>
              </a:defRPr>
            </a:lvl1pPr>
          </a:lstStyle>
          <a:p>
            <a:pPr lvl="0"/>
            <a:r>
              <a:rPr lang="en-US"/>
              <a:t>Click to edit Master title style</a:t>
            </a:r>
          </a:p>
        </p:txBody>
      </p:sp>
      <p:sp>
        <p:nvSpPr>
          <p:cNvPr id="12" name="Picture Placeholder 15">
            <a:extLst>
              <a:ext uri="{FF2B5EF4-FFF2-40B4-BE49-F238E27FC236}">
                <a16:creationId xmlns:a16="http://schemas.microsoft.com/office/drawing/2014/main" id="{FDC9A267-014A-AC9B-F2A8-01E36B80C693}"/>
              </a:ext>
            </a:extLst>
          </p:cNvPr>
          <p:cNvSpPr txBox="1">
            <a:spLocks noGrp="1"/>
          </p:cNvSpPr>
          <p:nvPr>
            <p:ph type="pic" sz="quarter" idx="4294967295"/>
          </p:nvPr>
        </p:nvSpPr>
        <p:spPr>
          <a:xfrm>
            <a:off x="9393238" y="0"/>
            <a:ext cx="2798758" cy="1354857"/>
          </a:xfrm>
          <a:prstGeom prst="rect">
            <a:avLst/>
          </a:prstGeom>
          <a:noFill/>
          <a:ln>
            <a:noFill/>
          </a:ln>
        </p:spPr>
        <p:txBody>
          <a:bodyPr vert="horz" wrap="square" lIns="91440" tIns="45720" rIns="91440" bIns="45720" anchor="ctr" anchorCtr="1" compatLnSpc="1">
            <a:noAutofit/>
          </a:bodyPr>
          <a:lstStyle>
            <a:lvl1pPr marL="266703" marR="0" lvl="0" indent="-266703" algn="ctr" fontAlgn="auto">
              <a:spcAft>
                <a:spcPts val="0"/>
              </a:spcAft>
              <a:buNone/>
              <a:tabLst/>
              <a:defRPr lang="en-US" sz="1800" b="0" i="0" u="none" strike="noStrike" cap="none" spc="0" baseline="0">
                <a:solidFill>
                  <a:srgbClr val="404040"/>
                </a:solidFill>
                <a:uFillTx/>
                <a:latin typeface="Calibri Light"/>
              </a:defRPr>
            </a:lvl1pPr>
          </a:lstStyle>
          <a:p>
            <a:pPr lvl="0"/>
            <a:r>
              <a:rPr lang="en-US"/>
              <a:t>Click icon to add picture</a:t>
            </a:r>
          </a:p>
        </p:txBody>
      </p:sp>
    </p:spTree>
    <p:extLst>
      <p:ext uri="{BB962C8B-B14F-4D97-AF65-F5344CB8AC3E}">
        <p14:creationId xmlns:p14="http://schemas.microsoft.com/office/powerpoint/2010/main" val="1060084077"/>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cSld name="Introduction">
    <p:spTree>
      <p:nvGrpSpPr>
        <p:cNvPr id="1" name=""/>
        <p:cNvGrpSpPr/>
        <p:nvPr/>
      </p:nvGrpSpPr>
      <p:grpSpPr>
        <a:xfrm>
          <a:off x="0" y="0"/>
          <a:ext cx="0" cy="0"/>
          <a:chOff x="0" y="0"/>
          <a:chExt cx="0" cy="0"/>
        </a:xfrm>
      </p:grpSpPr>
      <p:sp>
        <p:nvSpPr>
          <p:cNvPr id="2" name="Oval 9">
            <a:extLst>
              <a:ext uri="{FF2B5EF4-FFF2-40B4-BE49-F238E27FC236}">
                <a16:creationId xmlns:a16="http://schemas.microsoft.com/office/drawing/2014/main" id="{86EE4FC7-C2C3-D000-544E-75274C5D9A21}"/>
              </a:ext>
            </a:extLst>
          </p:cNvPr>
          <p:cNvSpPr/>
          <p:nvPr/>
        </p:nvSpPr>
        <p:spPr>
          <a:xfrm>
            <a:off x="7362821" y="443264"/>
            <a:ext cx="361946" cy="36194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ACCBF9"/>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11224E"/>
              </a:solidFill>
              <a:uFillTx/>
              <a:latin typeface="Calibri Light"/>
            </a:endParaRPr>
          </a:p>
        </p:txBody>
      </p:sp>
      <p:sp>
        <p:nvSpPr>
          <p:cNvPr id="3" name="Oval 13">
            <a:extLst>
              <a:ext uri="{FF2B5EF4-FFF2-40B4-BE49-F238E27FC236}">
                <a16:creationId xmlns:a16="http://schemas.microsoft.com/office/drawing/2014/main" id="{DF522FD1-950D-CD9F-1CDF-04C505DC9877}"/>
              </a:ext>
            </a:extLst>
          </p:cNvPr>
          <p:cNvSpPr/>
          <p:nvPr/>
        </p:nvSpPr>
        <p:spPr>
          <a:xfrm>
            <a:off x="11007245" y="5605994"/>
            <a:ext cx="654225" cy="654225"/>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2C599D"/>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11224E"/>
              </a:solidFill>
              <a:uFillTx/>
              <a:latin typeface="Calibri Light"/>
            </a:endParaRPr>
          </a:p>
        </p:txBody>
      </p:sp>
      <p:sp>
        <p:nvSpPr>
          <p:cNvPr id="4" name="Oval 15">
            <a:extLst>
              <a:ext uri="{FF2B5EF4-FFF2-40B4-BE49-F238E27FC236}">
                <a16:creationId xmlns:a16="http://schemas.microsoft.com/office/drawing/2014/main" id="{00CB0241-3EF7-E5F8-D06C-2B001D2D2E49}"/>
              </a:ext>
            </a:extLst>
          </p:cNvPr>
          <p:cNvSpPr/>
          <p:nvPr/>
        </p:nvSpPr>
        <p:spPr>
          <a:xfrm>
            <a:off x="10683794" y="6132441"/>
            <a:ext cx="251149" cy="251149"/>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FA6F1A"/>
          </a:solid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1800" b="0" i="0" u="none" strike="noStrike" kern="1200" cap="none" spc="0" baseline="0">
              <a:solidFill>
                <a:srgbClr val="11224E"/>
              </a:solidFill>
              <a:uFillTx/>
              <a:latin typeface="Calibri Light"/>
            </a:endParaRPr>
          </a:p>
        </p:txBody>
      </p:sp>
      <p:sp>
        <p:nvSpPr>
          <p:cNvPr id="5" name="Picture Placeholder 22">
            <a:extLst>
              <a:ext uri="{FF2B5EF4-FFF2-40B4-BE49-F238E27FC236}">
                <a16:creationId xmlns:a16="http://schemas.microsoft.com/office/drawing/2014/main" id="{DEF43FF8-6BEF-8BD1-F931-25B97732536D}"/>
              </a:ext>
            </a:extLst>
          </p:cNvPr>
          <p:cNvSpPr txBox="1">
            <a:spLocks noGrp="1"/>
          </p:cNvSpPr>
          <p:nvPr>
            <p:ph type="pic" sz="quarter" idx="4294967295"/>
          </p:nvPr>
        </p:nvSpPr>
        <p:spPr>
          <a:xfrm>
            <a:off x="5733416" y="624242"/>
            <a:ext cx="5855753" cy="5631570"/>
          </a:xfrm>
          <a:prstGeom prst="rect">
            <a:avLst/>
          </a:prstGeom>
          <a:noFill/>
          <a:ln>
            <a:noFill/>
          </a:ln>
        </p:spPr>
        <p:txBody>
          <a:bodyPr vert="horz" wrap="square" lIns="91440" tIns="45720" rIns="91440" bIns="45720" anchor="ctr" anchorCtr="1" compatLnSpc="1">
            <a:noAutofit/>
          </a:bodyPr>
          <a:lstStyle>
            <a:lvl1pPr marL="266703" marR="0" lvl="0" indent="-266703" algn="ctr" fontAlgn="auto">
              <a:spcAft>
                <a:spcPts val="0"/>
              </a:spcAft>
              <a:buNone/>
              <a:tabLst/>
              <a:defRPr lang="en-US" sz="1800" b="0" i="0" u="none" strike="noStrike" cap="none" spc="0" baseline="0">
                <a:solidFill>
                  <a:srgbClr val="404040"/>
                </a:solidFill>
                <a:uFillTx/>
                <a:latin typeface="Calibri Light"/>
              </a:defRPr>
            </a:lvl1pPr>
          </a:lstStyle>
          <a:p>
            <a:pPr lvl="0"/>
            <a:r>
              <a:rPr lang="en-US"/>
              <a:t>Click icon to add picture</a:t>
            </a:r>
          </a:p>
        </p:txBody>
      </p:sp>
      <p:sp>
        <p:nvSpPr>
          <p:cNvPr id="6" name="Text Placeholder 26">
            <a:extLst>
              <a:ext uri="{FF2B5EF4-FFF2-40B4-BE49-F238E27FC236}">
                <a16:creationId xmlns:a16="http://schemas.microsoft.com/office/drawing/2014/main" id="{D826C4EA-4D21-FD7B-278B-6DC3BDB1E832}"/>
              </a:ext>
            </a:extLst>
          </p:cNvPr>
          <p:cNvSpPr txBox="1">
            <a:spLocks noGrp="1"/>
          </p:cNvSpPr>
          <p:nvPr>
            <p:ph type="body" sz="quarter" idx="4294967295"/>
          </p:nvPr>
        </p:nvSpPr>
        <p:spPr>
          <a:xfrm>
            <a:off x="660397" y="2044698"/>
            <a:ext cx="4275140" cy="3560765"/>
          </a:xfrm>
          <a:prstGeom prst="rect">
            <a:avLst/>
          </a:prstGeom>
          <a:noFill/>
          <a:ln>
            <a:noFill/>
          </a:ln>
        </p:spPr>
        <p:txBody>
          <a:bodyPr vert="horz" wrap="square" lIns="91440" tIns="45720" rIns="91440" bIns="45720" anchor="t" anchorCtr="0" compatLnSpc="1">
            <a:noAutofit/>
          </a:bodyPr>
          <a:lstStyle>
            <a:lvl1pPr marL="266703" marR="0" lvl="0" indent="-266703" fontAlgn="auto">
              <a:lnSpc>
                <a:spcPct val="150000"/>
              </a:lnSpc>
              <a:spcAft>
                <a:spcPts val="0"/>
              </a:spcAft>
              <a:buClr>
                <a:srgbClr val="FA6F1A"/>
              </a:buClr>
              <a:buSzPct val="100000"/>
              <a:buFont typeface="Wingdings" pitchFamily="2"/>
              <a:buChar char="§"/>
              <a:tabLst/>
              <a:defRPr lang="en-US" sz="2000" b="0" i="0" u="none" strike="noStrike" cap="none" spc="0" baseline="0">
                <a:solidFill>
                  <a:srgbClr val="404040"/>
                </a:solidFill>
                <a:uFillTx/>
                <a:latin typeface="Calibri Light"/>
              </a:defRPr>
            </a:lvl1pPr>
          </a:lstStyle>
          <a:p>
            <a:pPr lvl="0"/>
            <a:r>
              <a:rPr lang="en-US"/>
              <a:t>Click to edit Master text styles</a:t>
            </a:r>
          </a:p>
        </p:txBody>
      </p:sp>
      <p:sp>
        <p:nvSpPr>
          <p:cNvPr id="7" name="Title 1">
            <a:extLst>
              <a:ext uri="{FF2B5EF4-FFF2-40B4-BE49-F238E27FC236}">
                <a16:creationId xmlns:a16="http://schemas.microsoft.com/office/drawing/2014/main" id="{1CEB0B25-840D-CFFB-0DFA-8E419A63E54E}"/>
              </a:ext>
            </a:extLst>
          </p:cNvPr>
          <p:cNvSpPr txBox="1">
            <a:spLocks noGrp="1"/>
          </p:cNvSpPr>
          <p:nvPr>
            <p:ph type="title"/>
          </p:nvPr>
        </p:nvSpPr>
        <p:spPr>
          <a:xfrm>
            <a:off x="660397" y="805211"/>
            <a:ext cx="4275140" cy="830997"/>
          </a:xfrm>
          <a:prstGeom prst="rect">
            <a:avLst/>
          </a:prstGeom>
          <a:noFill/>
          <a:ln>
            <a:noFill/>
          </a:ln>
        </p:spPr>
        <p:txBody>
          <a:bodyPr vert="horz" wrap="square" lIns="91440" tIns="45720" rIns="91440" bIns="45720" anchor="t" anchorCtr="0" compatLnSpc="1">
            <a:noAutofit/>
          </a:bodyPr>
          <a:lstStyle>
            <a:lvl1pPr marL="0" marR="0" lvl="0" indent="0" fontAlgn="auto">
              <a:spcBef>
                <a:spcPts val="0"/>
              </a:spcBef>
              <a:spcAft>
                <a:spcPts val="0"/>
              </a:spcAft>
              <a:tabLst/>
              <a:defRPr lang="en-US" sz="4800" b="1" i="0" u="none" strike="noStrike" cap="none" spc="0" baseline="0">
                <a:solidFill>
                  <a:srgbClr val="000000"/>
                </a:solidFill>
                <a:uFillTx/>
                <a:latin typeface="Corbel"/>
              </a:defRPr>
            </a:lvl1pPr>
          </a:lstStyle>
          <a:p>
            <a:pPr lvl="0"/>
            <a:r>
              <a:rPr lang="en-US"/>
              <a:t>Click to edit Master title style</a:t>
            </a:r>
          </a:p>
        </p:txBody>
      </p:sp>
    </p:spTree>
    <p:extLst>
      <p:ext uri="{BB962C8B-B14F-4D97-AF65-F5344CB8AC3E}">
        <p14:creationId xmlns:p14="http://schemas.microsoft.com/office/powerpoint/2010/main" val="3059003644"/>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5EBF1ED-8C28-4629-8297-F41DAF3B9B40}" type="datetimeFigureOut">
              <a:rPr lang="en-IN" smtClean="0"/>
              <a:t>06-11-2025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670356C4-11F4-4A13-A363-D447407DABEB}" type="slidenum">
              <a:rPr lang="en-IN" smtClean="0"/>
              <a:t>‹#›</a:t>
            </a:fld>
            <a:endParaRPr lang="en-IN"/>
          </a:p>
        </p:txBody>
      </p:sp>
    </p:spTree>
    <p:extLst>
      <p:ext uri="{BB962C8B-B14F-4D97-AF65-F5344CB8AC3E}">
        <p14:creationId xmlns:p14="http://schemas.microsoft.com/office/powerpoint/2010/main" val="1641933090"/>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7" r:id="rId20"/>
    <p:sldLayoutId id="2147483718" r:id="rId21"/>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hyperlink" Target="https://www.researchgate.net/publication/273266719_Comparison_of_dispatching_rules_in_job-shop_Schedulingproblem_Usingsimulation_A_case_study" TargetMode="Externa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hyperlink" Target="https://www.cosc.brocku.ca/archive/sites/all/files/downloads/research/cs0404.pdf?utm_source=chatgpt.com" TargetMode="Externa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mdpi.com/2071-1050/15/10/8262"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EA43-2A02-67DE-8000-06E1C758CA20}"/>
              </a:ext>
            </a:extLst>
          </p:cNvPr>
          <p:cNvSpPr>
            <a:spLocks noGrp="1"/>
          </p:cNvSpPr>
          <p:nvPr>
            <p:ph type="ctrTitle"/>
          </p:nvPr>
        </p:nvSpPr>
        <p:spPr/>
        <p:txBody>
          <a:bodyPr/>
          <a:lstStyle/>
          <a:p>
            <a:pPr algn="ctr"/>
            <a:r>
              <a:rPr lang="en-US" sz="5400" b="1" dirty="0"/>
              <a:t>OPTIMIZING JOB SHOP SCHEDULING WITH DEEP REINFORCEMENT LEARNING</a:t>
            </a:r>
            <a:endParaRPr lang="en-IN" sz="5400" b="1" dirty="0"/>
          </a:p>
        </p:txBody>
      </p:sp>
      <p:sp>
        <p:nvSpPr>
          <p:cNvPr id="3" name="Subtitle 2">
            <a:extLst>
              <a:ext uri="{FF2B5EF4-FFF2-40B4-BE49-F238E27FC236}">
                <a16:creationId xmlns:a16="http://schemas.microsoft.com/office/drawing/2014/main" id="{797AE7D3-A33D-0DD6-5A5C-04ED6DADC756}"/>
              </a:ext>
            </a:extLst>
          </p:cNvPr>
          <p:cNvSpPr>
            <a:spLocks noGrp="1"/>
          </p:cNvSpPr>
          <p:nvPr>
            <p:ph type="subTitle" idx="1"/>
          </p:nvPr>
        </p:nvSpPr>
        <p:spPr>
          <a:xfrm>
            <a:off x="2601686" y="5410200"/>
            <a:ext cx="8926285" cy="783770"/>
          </a:xfrm>
        </p:spPr>
        <p:txBody>
          <a:bodyPr>
            <a:normAutofit lnSpcReduction="10000"/>
          </a:bodyPr>
          <a:lstStyle/>
          <a:p>
            <a:r>
              <a:rPr lang="en-IN" dirty="0">
                <a:solidFill>
                  <a:schemeClr val="tx1"/>
                </a:solidFill>
              </a:rPr>
              <a:t>                                                              </a:t>
            </a:r>
          </a:p>
          <a:p>
            <a:r>
              <a:rPr lang="en-IN" b="1" dirty="0">
                <a:solidFill>
                  <a:schemeClr val="tx1"/>
                </a:solidFill>
              </a:rPr>
              <a:t>                                                                             Prof. Hamidreza Heidari</a:t>
            </a:r>
          </a:p>
        </p:txBody>
      </p:sp>
      <p:pic>
        <p:nvPicPr>
          <p:cNvPr id="5" name="Picture 4" descr="A close up of a logo&#10;&#10;AI-generated content may be incorrect.">
            <a:extLst>
              <a:ext uri="{FF2B5EF4-FFF2-40B4-BE49-F238E27FC236}">
                <a16:creationId xmlns:a16="http://schemas.microsoft.com/office/drawing/2014/main" id="{A78B0789-8649-98F2-550F-C06E41226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2"/>
            <a:ext cx="3086100" cy="752475"/>
          </a:xfrm>
          <a:prstGeom prst="rect">
            <a:avLst/>
          </a:prstGeom>
        </p:spPr>
      </p:pic>
    </p:spTree>
    <p:extLst>
      <p:ext uri="{BB962C8B-B14F-4D97-AF65-F5344CB8AC3E}">
        <p14:creationId xmlns:p14="http://schemas.microsoft.com/office/powerpoint/2010/main" val="39389719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76DF32A-2859-A118-E4AD-774C9ED571D6}"/>
              </a:ext>
            </a:extLst>
          </p:cNvPr>
          <p:cNvSpPr txBox="1"/>
          <p:nvPr/>
        </p:nvSpPr>
        <p:spPr>
          <a:xfrm>
            <a:off x="5245587" y="523081"/>
            <a:ext cx="4508013" cy="2165844"/>
          </a:xfrm>
          <a:prstGeom prst="rect">
            <a:avLst/>
          </a:prstGeom>
        </p:spPr>
        <p:txBody>
          <a:bodyPr vert="horz" lIns="121920" tIns="60960" rIns="121920" bIns="60960" rtlCol="0" anchor="t">
            <a:noAutofit/>
          </a:bodyPr>
          <a:lstStyle/>
          <a:p>
            <a:pPr>
              <a:lnSpc>
                <a:spcPct val="90000"/>
              </a:lnSpc>
              <a:spcBef>
                <a:spcPct val="0"/>
              </a:spcBef>
              <a:spcAft>
                <a:spcPts val="800"/>
              </a:spcAft>
            </a:pPr>
            <a:endParaRPr lang="en-US" sz="3733" b="1" dirty="0">
              <a:latin typeface="+mj-lt"/>
              <a:ea typeface="+mj-ea"/>
              <a:cs typeface="+mj-cs"/>
            </a:endParaRPr>
          </a:p>
        </p:txBody>
      </p:sp>
      <p:sp>
        <p:nvSpPr>
          <p:cNvPr id="7" name="TextBox 6">
            <a:extLst>
              <a:ext uri="{FF2B5EF4-FFF2-40B4-BE49-F238E27FC236}">
                <a16:creationId xmlns:a16="http://schemas.microsoft.com/office/drawing/2014/main" id="{2EC2AE19-0EC3-9A1B-F8DE-DB19B01370A5}"/>
              </a:ext>
            </a:extLst>
          </p:cNvPr>
          <p:cNvSpPr txBox="1"/>
          <p:nvPr/>
        </p:nvSpPr>
        <p:spPr>
          <a:xfrm>
            <a:off x="7574280" y="1912782"/>
            <a:ext cx="3505200" cy="3032436"/>
          </a:xfrm>
          <a:prstGeom prst="rect">
            <a:avLst/>
          </a:prstGeom>
        </p:spPr>
        <p:txBody>
          <a:bodyPr vert="horz" lIns="121920" tIns="60960" rIns="121920" bIns="60960" rtlCol="0">
            <a:normAutofit fontScale="85000" lnSpcReduction="10000"/>
          </a:bodyPr>
          <a:lstStyle/>
          <a:p>
            <a:pPr>
              <a:spcBef>
                <a:spcPts val="1333"/>
              </a:spcBef>
              <a:buClr>
                <a:schemeClr val="accent1"/>
              </a:buClr>
              <a:buSzPct val="80000"/>
            </a:pPr>
            <a:r>
              <a:rPr lang="en-US" sz="2400" b="1" dirty="0">
                <a:solidFill>
                  <a:schemeClr val="tx1">
                    <a:lumMod val="75000"/>
                    <a:lumOff val="25000"/>
                  </a:schemeClr>
                </a:solidFill>
                <a:sym typeface="Lucida Sans"/>
              </a:rPr>
              <a:t>Group Members :</a:t>
            </a:r>
          </a:p>
          <a:p>
            <a:pPr marL="609585" indent="-440256">
              <a:spcBef>
                <a:spcPts val="1333"/>
              </a:spcBef>
              <a:buClr>
                <a:schemeClr val="accent1"/>
              </a:buClr>
              <a:buSzPct val="80000"/>
              <a:buFont typeface="Wingdings 3" charset="2"/>
              <a:buChar char=""/>
            </a:pPr>
            <a:r>
              <a:rPr lang="en-US" sz="2400" dirty="0">
                <a:solidFill>
                  <a:schemeClr val="tx1">
                    <a:lumMod val="75000"/>
                    <a:lumOff val="25000"/>
                  </a:schemeClr>
                </a:solidFill>
                <a:sym typeface="Lucida Sans"/>
              </a:rPr>
              <a:t>Sanaboyina Satya Narasimha</a:t>
            </a:r>
          </a:p>
          <a:p>
            <a:pPr marL="609585" indent="-440256">
              <a:spcBef>
                <a:spcPts val="1333"/>
              </a:spcBef>
              <a:buClr>
                <a:schemeClr val="accent1"/>
              </a:buClr>
              <a:buSzPct val="80000"/>
              <a:buFont typeface="Wingdings 3" charset="2"/>
              <a:buChar char=""/>
            </a:pPr>
            <a:r>
              <a:rPr lang="en-US" sz="2400" dirty="0" err="1">
                <a:solidFill>
                  <a:schemeClr val="tx1">
                    <a:lumMod val="75000"/>
                    <a:lumOff val="25000"/>
                  </a:schemeClr>
                </a:solidFill>
                <a:sym typeface="Lucida Sans"/>
              </a:rPr>
              <a:t>Rifshu</a:t>
            </a:r>
            <a:r>
              <a:rPr lang="en-US" sz="2400" dirty="0">
                <a:solidFill>
                  <a:schemeClr val="tx1">
                    <a:lumMod val="75000"/>
                    <a:lumOff val="25000"/>
                  </a:schemeClr>
                </a:solidFill>
                <a:sym typeface="Lucida Sans"/>
              </a:rPr>
              <a:t> Hussain Shaik</a:t>
            </a:r>
          </a:p>
          <a:p>
            <a:pPr marL="609585" indent="-440256">
              <a:spcBef>
                <a:spcPts val="1333"/>
              </a:spcBef>
              <a:buClr>
                <a:schemeClr val="accent1"/>
              </a:buClr>
              <a:buSzPct val="80000"/>
              <a:buFont typeface="Wingdings 3" charset="2"/>
              <a:buChar char=""/>
            </a:pPr>
            <a:r>
              <a:rPr lang="en-US" sz="2400" dirty="0">
                <a:solidFill>
                  <a:schemeClr val="tx1">
                    <a:lumMod val="75000"/>
                    <a:lumOff val="25000"/>
                  </a:schemeClr>
                </a:solidFill>
                <a:sym typeface="Lucida Sans"/>
              </a:rPr>
              <a:t>Gnanasudha Patur</a:t>
            </a:r>
          </a:p>
          <a:p>
            <a:pPr marL="609585" indent="-440256">
              <a:spcBef>
                <a:spcPts val="1333"/>
              </a:spcBef>
              <a:buClr>
                <a:schemeClr val="accent1"/>
              </a:buClr>
              <a:buSzPct val="80000"/>
              <a:buFont typeface="Wingdings 3" charset="2"/>
              <a:buChar char=""/>
            </a:pPr>
            <a:r>
              <a:rPr lang="en-US" sz="2400" dirty="0">
                <a:solidFill>
                  <a:schemeClr val="tx1">
                    <a:lumMod val="75000"/>
                    <a:lumOff val="25000"/>
                  </a:schemeClr>
                </a:solidFill>
                <a:sym typeface="Lucida Sans"/>
              </a:rPr>
              <a:t>Alwin Shaji</a:t>
            </a:r>
          </a:p>
          <a:p>
            <a:pPr marL="609585" indent="-440256">
              <a:spcBef>
                <a:spcPts val="1333"/>
              </a:spcBef>
              <a:buClr>
                <a:schemeClr val="accent1"/>
              </a:buClr>
              <a:buSzPct val="80000"/>
              <a:buFont typeface="Wingdings 3" charset="2"/>
              <a:buChar char=""/>
            </a:pPr>
            <a:r>
              <a:rPr lang="en-US" sz="2400" dirty="0">
                <a:solidFill>
                  <a:schemeClr val="tx1">
                    <a:lumMod val="75000"/>
                    <a:lumOff val="25000"/>
                  </a:schemeClr>
                </a:solidFill>
                <a:sym typeface="Lucida Sans"/>
              </a:rPr>
              <a:t>Ankith Ramesh Babu</a:t>
            </a:r>
          </a:p>
        </p:txBody>
      </p:sp>
      <p:pic>
        <p:nvPicPr>
          <p:cNvPr id="3" name="Picture 2" descr="A machine room with many machines and a hand touching it&#10;&#10;AI-generated content may be incorrect.">
            <a:extLst>
              <a:ext uri="{FF2B5EF4-FFF2-40B4-BE49-F238E27FC236}">
                <a16:creationId xmlns:a16="http://schemas.microsoft.com/office/drawing/2014/main" id="{7E255522-05DC-8F2F-F95A-7A82FD0226AA}"/>
              </a:ext>
            </a:extLst>
          </p:cNvPr>
          <p:cNvPicPr>
            <a:picLocks noChangeAspect="1"/>
          </p:cNvPicPr>
          <p:nvPr/>
        </p:nvPicPr>
        <p:blipFill>
          <a:blip r:embed="rId2"/>
          <a:srcRect l="10667" r="10669" b="2"/>
          <a:stretch>
            <a:fillRect/>
          </a:stretch>
        </p:blipFill>
        <p:spPr>
          <a:xfrm>
            <a:off x="27" y="13"/>
            <a:ext cx="5394933" cy="6857987"/>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p:spPr>
      </p:pic>
    </p:spTree>
    <p:extLst>
      <p:ext uri="{BB962C8B-B14F-4D97-AF65-F5344CB8AC3E}">
        <p14:creationId xmlns:p14="http://schemas.microsoft.com/office/powerpoint/2010/main" val="3430986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4">
            <a:extLst>
              <a:ext uri="{FF2B5EF4-FFF2-40B4-BE49-F238E27FC236}">
                <a16:creationId xmlns:a16="http://schemas.microsoft.com/office/drawing/2014/main" id="{6FC51491-4C19-670F-6F76-E0C9A03DB4DB}"/>
              </a:ext>
            </a:extLst>
          </p:cNvPr>
          <p:cNvSpPr txBox="1">
            <a:spLocks noGrp="1"/>
          </p:cNvSpPr>
          <p:nvPr>
            <p:ph type="title"/>
          </p:nvPr>
        </p:nvSpPr>
        <p:spPr>
          <a:xfrm>
            <a:off x="681340" y="326570"/>
            <a:ext cx="5859365" cy="1012373"/>
          </a:xfrm>
        </p:spPr>
        <p:txBody>
          <a:bodyPr>
            <a:noAutofit/>
          </a:bodyPr>
          <a:lstStyle/>
          <a:p>
            <a:pPr lvl="0"/>
            <a:r>
              <a:rPr lang="en-US" sz="4800" b="1" dirty="0">
                <a:solidFill>
                  <a:schemeClr val="tx1"/>
                </a:solidFill>
                <a:latin typeface="Calibri" panose="020F0502020204030204" pitchFamily="34" charset="0"/>
                <a:ea typeface="Calibri" panose="020F0502020204030204" pitchFamily="34" charset="0"/>
                <a:cs typeface="Calibri" panose="020F0502020204030204" pitchFamily="34" charset="0"/>
              </a:rPr>
              <a:t>Introduction</a:t>
            </a:r>
          </a:p>
        </p:txBody>
      </p:sp>
      <p:pic>
        <p:nvPicPr>
          <p:cNvPr id="4" name="Picture Placeholder 3" descr="close up of building">
            <a:extLst>
              <a:ext uri="{FF2B5EF4-FFF2-40B4-BE49-F238E27FC236}">
                <a16:creationId xmlns:a16="http://schemas.microsoft.com/office/drawing/2014/main" id="{AA3323E1-4432-A00D-FD00-D7CA38D7CAC6}"/>
              </a:ext>
            </a:extLst>
          </p:cNvPr>
          <p:cNvPicPr>
            <a:picLocks noGrp="1" noChangeAspect="1"/>
          </p:cNvPicPr>
          <p:nvPr>
            <p:ph type="pic" idx="1"/>
          </p:nvPr>
        </p:nvPicPr>
        <p:blipFill>
          <a:blip r:embed="rId2"/>
          <a:srcRect l="26667" r="26667"/>
          <a:stretch/>
        </p:blipFill>
        <p:spPr>
          <a:xfrm>
            <a:off x="8310260" y="1240971"/>
            <a:ext cx="3200400" cy="4572000"/>
          </a:xfrm>
          <a:prstGeom prst="rect">
            <a:avLst/>
          </a:prstGeom>
          <a:noFill/>
          <a:ln>
            <a:noFill/>
          </a:ln>
        </p:spPr>
      </p:pic>
      <p:sp>
        <p:nvSpPr>
          <p:cNvPr id="6" name="Text Placeholder 5">
            <a:extLst>
              <a:ext uri="{FF2B5EF4-FFF2-40B4-BE49-F238E27FC236}">
                <a16:creationId xmlns:a16="http://schemas.microsoft.com/office/drawing/2014/main" id="{35B5C279-214C-26A1-8A48-66D2AD5D918A}"/>
              </a:ext>
            </a:extLst>
          </p:cNvPr>
          <p:cNvSpPr>
            <a:spLocks noGrp="1"/>
          </p:cNvSpPr>
          <p:nvPr>
            <p:ph type="body" sz="half" idx="2"/>
          </p:nvPr>
        </p:nvSpPr>
        <p:spPr>
          <a:xfrm>
            <a:off x="681340" y="1687286"/>
            <a:ext cx="7232574" cy="3831771"/>
          </a:xfrm>
        </p:spPr>
        <p:txBody>
          <a:bodyPr/>
          <a:lstStyle/>
          <a:p>
            <a:pPr marL="285750" indent="-285750" algn="just">
              <a:buFont typeface="Arial" panose="020B0604020202020204" pitchFamily="34" charset="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This project applies Deep Reinforcement Learning (DRL) to optimize the Job     Shop Scheduling Problem (JSSP).</a:t>
            </a:r>
          </a:p>
          <a:p>
            <a:pPr marL="285750" indent="-285750" algn="just">
              <a:buFont typeface="Arial" panose="020B0604020202020204" pitchFamily="34" charset="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 It enables real-time, adaptive scheduling that improves </a:t>
            </a:r>
            <a:r>
              <a:rPr lang="en-US" sz="2400" dirty="0" err="1">
                <a:latin typeface="Calibri Light" panose="020F0302020204030204" pitchFamily="34" charset="0"/>
                <a:ea typeface="Calibri Light" panose="020F0302020204030204" pitchFamily="34" charset="0"/>
                <a:cs typeface="Calibri Light" panose="020F0302020204030204" pitchFamily="34" charset="0"/>
              </a:rPr>
              <a:t>makespan</a:t>
            </a:r>
            <a:r>
              <a:rPr lang="en-US" sz="2400" dirty="0">
                <a:latin typeface="Calibri Light" panose="020F0302020204030204" pitchFamily="34" charset="0"/>
                <a:ea typeface="Calibri Light" panose="020F0302020204030204" pitchFamily="34" charset="0"/>
                <a:cs typeface="Calibri Light" panose="020F0302020204030204" pitchFamily="34" charset="0"/>
              </a:rPr>
              <a:t>, machine utilization, and job tardiness.</a:t>
            </a:r>
          </a:p>
          <a:p>
            <a:pPr marL="285750" indent="-285750" algn="just">
              <a:buFont typeface="Arial" panose="020B0604020202020204" pitchFamily="34" charset="0"/>
              <a:buChar char="•"/>
            </a:pPr>
            <a:r>
              <a:rPr lang="en-US" sz="2400" dirty="0">
                <a:latin typeface="Calibri Light" panose="020F0302020204030204" pitchFamily="34" charset="0"/>
                <a:ea typeface="Calibri Light" panose="020F0302020204030204" pitchFamily="34" charset="0"/>
                <a:cs typeface="Calibri Light" panose="020F0302020204030204" pitchFamily="34" charset="0"/>
              </a:rPr>
              <a:t>The goal is to enhance efficiency and adaptability in smart manufacturing systems.</a:t>
            </a:r>
          </a:p>
          <a:p>
            <a:pPr marL="285750" indent="-285750">
              <a:buFont typeface="Arial" panose="020B0604020202020204" pitchFamily="34" charset="0"/>
              <a:buChar char="•"/>
            </a:pPr>
            <a:endParaRPr lang="en-US" sz="2400" dirty="0">
              <a:latin typeface="Calibri Light" panose="020F0302020204030204" pitchFamily="34" charset="0"/>
              <a:ea typeface="Calibri Light" panose="020F0302020204030204" pitchFamily="34" charset="0"/>
              <a:cs typeface="Calibri Light" panose="020F0302020204030204" pitchFamily="34"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624D-9173-2D59-B4D8-0519E38690B3}"/>
              </a:ext>
            </a:extLst>
          </p:cNvPr>
          <p:cNvSpPr txBox="1">
            <a:spLocks noGrp="1"/>
          </p:cNvSpPr>
          <p:nvPr>
            <p:ph type="title"/>
          </p:nvPr>
        </p:nvSpPr>
        <p:spPr>
          <a:xfrm>
            <a:off x="413657" y="293915"/>
            <a:ext cx="9637177" cy="914400"/>
          </a:xfrm>
        </p:spPr>
        <p:txBody>
          <a:bodyPr/>
          <a:lstStyle/>
          <a:p>
            <a:pPr lvl="0"/>
            <a:r>
              <a:rPr lang="en-US" sz="4800" dirty="0">
                <a:solidFill>
                  <a:schemeClr val="tx1"/>
                </a:solidFill>
              </a:rPr>
              <a:t>The Real Industrial Problem</a:t>
            </a:r>
          </a:p>
          <a:p>
            <a:pPr lvl="0"/>
            <a:endParaRPr lang="en-US" dirty="0">
              <a:solidFill>
                <a:schemeClr val="tx1"/>
              </a:solidFill>
            </a:endParaRPr>
          </a:p>
        </p:txBody>
      </p:sp>
      <p:sp>
        <p:nvSpPr>
          <p:cNvPr id="3" name="Text Placeholder 8">
            <a:extLst>
              <a:ext uri="{FF2B5EF4-FFF2-40B4-BE49-F238E27FC236}">
                <a16:creationId xmlns:a16="http://schemas.microsoft.com/office/drawing/2014/main" id="{1FD9B5F1-E446-AD8D-B28F-A1EC428EE33B}"/>
              </a:ext>
            </a:extLst>
          </p:cNvPr>
          <p:cNvSpPr txBox="1">
            <a:spLocks noGrp="1"/>
          </p:cNvSpPr>
          <p:nvPr>
            <p:ph sz="half" idx="1"/>
          </p:nvPr>
        </p:nvSpPr>
        <p:spPr>
          <a:xfrm>
            <a:off x="646111" y="1328058"/>
            <a:ext cx="7529060" cy="740228"/>
          </a:xfrm>
          <a:prstGeom prst="rect">
            <a:avLst/>
          </a:prstGeom>
          <a:noFill/>
          <a:ln>
            <a:noFill/>
          </a:ln>
        </p:spPr>
        <p:txBody>
          <a:bodyPr vert="horz" wrap="square" lIns="91440" tIns="45720" rIns="91440" bIns="45720" anchor="t" anchorCtr="0" compatLnSpc="1">
            <a:noAutofit/>
          </a:bodyPr>
          <a:lstStyle/>
          <a:p>
            <a:pPr marL="0" lvl="0" indent="0">
              <a:buNone/>
            </a:pPr>
            <a:r>
              <a:rPr lang="en-US" sz="3200" b="1" dirty="0">
                <a:latin typeface="Corbel"/>
                <a:cs typeface="Biome Light" pitchFamily="34"/>
              </a:rPr>
              <a:t>Dynamic Production Environments</a:t>
            </a:r>
          </a:p>
        </p:txBody>
      </p:sp>
      <p:sp>
        <p:nvSpPr>
          <p:cNvPr id="6" name="Content Placeholder 5">
            <a:extLst>
              <a:ext uri="{FF2B5EF4-FFF2-40B4-BE49-F238E27FC236}">
                <a16:creationId xmlns:a16="http://schemas.microsoft.com/office/drawing/2014/main" id="{62EBE166-8090-6710-CB37-0CA9D7774B89}"/>
              </a:ext>
            </a:extLst>
          </p:cNvPr>
          <p:cNvSpPr>
            <a:spLocks noGrp="1"/>
          </p:cNvSpPr>
          <p:nvPr>
            <p:ph sz="half" idx="2"/>
          </p:nvPr>
        </p:nvSpPr>
        <p:spPr>
          <a:xfrm>
            <a:off x="646111" y="2188030"/>
            <a:ext cx="10283146" cy="4068308"/>
          </a:xfrm>
        </p:spPr>
        <p:txBody>
          <a:bodyPr>
            <a:normAutofit lnSpcReduction="10000"/>
          </a:bodyPr>
          <a:lstStyle/>
          <a:p>
            <a:pPr algn="just"/>
            <a:r>
              <a:rPr lang="en-US" sz="2400" dirty="0">
                <a:latin typeface="Calibri Light" panose="020F0302020204030204" pitchFamily="34" charset="0"/>
                <a:ea typeface="Calibri Light" panose="020F0302020204030204" pitchFamily="34" charset="0"/>
                <a:cs typeface="Calibri Light" panose="020F0302020204030204" pitchFamily="34" charset="0"/>
              </a:rPr>
              <a:t>Real factories experience machine failures, tool changes, random job arrivals, and urgent customer orders, making static schedules quickly outdated.</a:t>
            </a:r>
          </a:p>
          <a:p>
            <a:pPr algn="just"/>
            <a:r>
              <a:rPr lang="en-US" sz="2400" dirty="0">
                <a:latin typeface="Calibri Light" panose="020F0302020204030204" pitchFamily="34" charset="0"/>
                <a:ea typeface="Calibri Light" panose="020F0302020204030204" pitchFamily="34" charset="0"/>
                <a:cs typeface="Calibri Light" panose="020F0302020204030204" pitchFamily="34" charset="0"/>
              </a:rPr>
              <a:t>FIFO and SPT can balance fairness and efficiency — FIFO ensures orderly job flow, while SPT minimizes average completion time, improving responsiveness without excessively delaying longer tasks.</a:t>
            </a:r>
          </a:p>
          <a:p>
            <a:pPr algn="just"/>
            <a:r>
              <a:rPr lang="en-US" sz="2400" dirty="0">
                <a:latin typeface="Calibri Light" panose="020F0302020204030204" pitchFamily="34" charset="0"/>
                <a:ea typeface="Calibri Light" panose="020F0302020204030204" pitchFamily="34" charset="0"/>
                <a:cs typeface="Calibri Light" panose="020F0302020204030204" pitchFamily="34" charset="0"/>
              </a:rPr>
              <a:t>This leads to production downtime, schedule inertia, and inefficient resource utilization.</a:t>
            </a:r>
          </a:p>
          <a:p>
            <a:pPr algn="just"/>
            <a:r>
              <a:rPr lang="en-US" sz="2400" dirty="0">
                <a:latin typeface="Calibri Light" panose="020F0302020204030204" pitchFamily="34" charset="0"/>
                <a:ea typeface="Calibri Light" panose="020F0302020204030204" pitchFamily="34" charset="0"/>
                <a:cs typeface="Calibri Light" panose="020F0302020204030204" pitchFamily="34" charset="0"/>
              </a:rPr>
              <a:t>The increasing complexity of Industry 4.0 manufacturing systems demands real-time, adaptive scheduling capable of responding instantly to unexpected events.</a:t>
            </a:r>
          </a:p>
          <a:p>
            <a:pPr marL="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E47DB-4680-B580-6F29-2B48617F88E6}"/>
              </a:ext>
            </a:extLst>
          </p:cNvPr>
          <p:cNvSpPr>
            <a:spLocks noGrp="1"/>
          </p:cNvSpPr>
          <p:nvPr>
            <p:ph type="ctrTitle"/>
          </p:nvPr>
        </p:nvSpPr>
        <p:spPr>
          <a:xfrm>
            <a:off x="2239297" y="1502229"/>
            <a:ext cx="7315199" cy="3853542"/>
          </a:xfrm>
        </p:spPr>
        <p:txBody>
          <a:bodyPr/>
          <a:lstStyle/>
          <a:p>
            <a:pPr algn="ctr"/>
            <a:br>
              <a:rPr lang="en-US" sz="6000" b="1" dirty="0"/>
            </a:br>
            <a:br>
              <a:rPr lang="en-US" sz="6000" b="1" dirty="0"/>
            </a:br>
            <a:r>
              <a:rPr lang="en-US" sz="6000" b="1" dirty="0"/>
              <a:t>  How Others</a:t>
            </a:r>
            <a:br>
              <a:rPr lang="en-US" sz="6000" b="1" dirty="0"/>
            </a:br>
            <a:r>
              <a:rPr lang="en-US" sz="6000" b="1" dirty="0"/>
              <a:t> Have Approached This</a:t>
            </a:r>
            <a:br>
              <a:rPr lang="en-US" sz="6000" b="1" dirty="0"/>
            </a:br>
            <a:endParaRPr lang="en-IN" sz="6000" dirty="0"/>
          </a:p>
        </p:txBody>
      </p:sp>
    </p:spTree>
    <p:extLst>
      <p:ext uri="{BB962C8B-B14F-4D97-AF65-F5344CB8AC3E}">
        <p14:creationId xmlns:p14="http://schemas.microsoft.com/office/powerpoint/2010/main" val="4053177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56C2463-5122-5479-B77D-286FF6FC1427}"/>
              </a:ext>
            </a:extLst>
          </p:cNvPr>
          <p:cNvSpPr txBox="1">
            <a:spLocks noGrp="1"/>
          </p:cNvSpPr>
          <p:nvPr>
            <p:ph type="body" sz="quarter" idx="4294967295"/>
          </p:nvPr>
        </p:nvSpPr>
        <p:spPr>
          <a:xfrm>
            <a:off x="555168" y="572117"/>
            <a:ext cx="6825346" cy="748921"/>
          </a:xfrm>
          <a:prstGeom prst="rect">
            <a:avLst/>
          </a:prstGeom>
          <a:noFill/>
          <a:ln>
            <a:noFill/>
          </a:ln>
        </p:spPr>
        <p:txBody>
          <a:bodyPr vert="horz" wrap="square" lIns="91440" tIns="45720" rIns="91440" bIns="45720" anchor="t" anchorCtr="0" compatLnSpc="1">
            <a:noAutofit/>
          </a:bodyPr>
          <a:lstStyle/>
          <a:p>
            <a:pPr marL="266703" lvl="0" indent="-266703">
              <a:buNone/>
            </a:pPr>
            <a:r>
              <a:rPr lang="en-US" sz="3200" b="1" dirty="0">
                <a:latin typeface="Corbel" panose="020B0503020204020204" pitchFamily="34" charset="0"/>
                <a:cs typeface="Biome Light" pitchFamily="34"/>
              </a:rPr>
              <a:t>1. </a:t>
            </a:r>
            <a:r>
              <a:rPr lang="en-US" sz="3200" b="1" dirty="0">
                <a:latin typeface="Corbel" panose="020B0503020204020204" pitchFamily="34" charset="0"/>
                <a:ea typeface="Calibri" pitchFamily="34"/>
                <a:cs typeface="Calibri" pitchFamily="34"/>
              </a:rPr>
              <a:t>Heuristic</a:t>
            </a:r>
            <a:r>
              <a:rPr lang="en-US" sz="3200" b="1" dirty="0">
                <a:latin typeface="Corbel" panose="020B0503020204020204" pitchFamily="34" charset="0"/>
                <a:cs typeface="Biome Light" pitchFamily="34"/>
              </a:rPr>
              <a:t> </a:t>
            </a:r>
            <a:r>
              <a:rPr lang="en-US" sz="3200" b="1" dirty="0">
                <a:latin typeface="Corbel" panose="020B0503020204020204" pitchFamily="34" charset="0"/>
                <a:ea typeface="Calibri Light" pitchFamily="34"/>
                <a:cs typeface="Calibri Light" pitchFamily="34"/>
              </a:rPr>
              <a:t>and Rule-Based Methods</a:t>
            </a:r>
          </a:p>
          <a:p>
            <a:pPr marL="266703" lvl="0" indent="-266703">
              <a:buNone/>
            </a:pPr>
            <a:endParaRPr lang="en-IN" sz="2400" b="1" dirty="0">
              <a:latin typeface="Corbel"/>
              <a:cs typeface="Biome Light" pitchFamily="34"/>
            </a:endParaRPr>
          </a:p>
        </p:txBody>
      </p:sp>
      <p:sp>
        <p:nvSpPr>
          <p:cNvPr id="6" name="Rectangle 3">
            <a:extLst>
              <a:ext uri="{FF2B5EF4-FFF2-40B4-BE49-F238E27FC236}">
                <a16:creationId xmlns:a16="http://schemas.microsoft.com/office/drawing/2014/main" id="{2A973B69-8DBF-1DC2-BAAB-065623E4FB4B}"/>
              </a:ext>
            </a:extLst>
          </p:cNvPr>
          <p:cNvSpPr>
            <a:spLocks noGrp="1" noChangeArrowheads="1"/>
          </p:cNvSpPr>
          <p:nvPr>
            <p:ph type="body" sz="quarter" idx="4294967295"/>
          </p:nvPr>
        </p:nvSpPr>
        <p:spPr bwMode="auto">
          <a:xfrm>
            <a:off x="1105774" y="1482718"/>
            <a:ext cx="9168479"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Methods like FIFO, SPT, EDD, and LPT are easy to apply and require minimal computation.</a:t>
            </a:r>
          </a:p>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These rules focus only on local machine-level decisions, not overall production efficiency.</a:t>
            </a:r>
          </a:p>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They often cause bottlenecks, idle times, and poor adaptability to dynamic shop floor changes.</a:t>
            </a:r>
          </a:p>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Main limitation: They cannot optimize global objectives such as minimizing </a:t>
            </a:r>
            <a:r>
              <a:rPr kumimoji="0" lang="en-US" altLang="en-US" sz="2400" i="0" u="none" strike="noStrike" cap="none" normalizeH="0" baseline="0" dirty="0" err="1">
                <a:ln>
                  <a:noFill/>
                </a:ln>
                <a:solidFill>
                  <a:schemeClr val="tx1"/>
                </a:solidFill>
                <a:effectLst/>
                <a:latin typeface="Corbel Light" panose="020B0303020204020204" pitchFamily="34" charset="0"/>
              </a:rPr>
              <a:t>makespan</a:t>
            </a:r>
            <a:r>
              <a:rPr lang="en-US" altLang="en-US" sz="2400" dirty="0">
                <a:latin typeface="Corbel Light" panose="020B0303020204020204" pitchFamily="34" charset="0"/>
              </a:rPr>
              <a:t> </a:t>
            </a:r>
            <a:r>
              <a:rPr kumimoji="0" lang="en-US" altLang="en-US" sz="2400" i="0" u="none" strike="noStrike" cap="none" normalizeH="0" baseline="0" dirty="0">
                <a:ln>
                  <a:noFill/>
                </a:ln>
                <a:solidFill>
                  <a:schemeClr val="tx1"/>
                </a:solidFill>
                <a:effectLst/>
                <a:latin typeface="Corbel Light" panose="020B0303020204020204" pitchFamily="34" charset="0"/>
              </a:rPr>
              <a:t>or overall tardiness.</a:t>
            </a:r>
          </a:p>
        </p:txBody>
      </p:sp>
      <p:sp>
        <p:nvSpPr>
          <p:cNvPr id="8" name="TextBox 7">
            <a:extLst>
              <a:ext uri="{FF2B5EF4-FFF2-40B4-BE49-F238E27FC236}">
                <a16:creationId xmlns:a16="http://schemas.microsoft.com/office/drawing/2014/main" id="{B06E3F83-81DA-FB16-FBEF-B3357687E09C}"/>
              </a:ext>
            </a:extLst>
          </p:cNvPr>
          <p:cNvSpPr txBox="1"/>
          <p:nvPr/>
        </p:nvSpPr>
        <p:spPr>
          <a:xfrm>
            <a:off x="1105774" y="4913617"/>
            <a:ext cx="9719085" cy="923330"/>
          </a:xfrm>
          <a:prstGeom prst="rect">
            <a:avLst/>
          </a:prstGeom>
          <a:noFill/>
        </p:spPr>
        <p:txBody>
          <a:bodyPr wrap="square" rtlCol="0">
            <a:spAutoFit/>
          </a:bodyPr>
          <a:lstStyle/>
          <a:p>
            <a:r>
              <a:rPr lang="en-US" b="1" dirty="0">
                <a:solidFill>
                  <a:srgbClr val="FFC000"/>
                </a:solidFill>
              </a:rPr>
              <a:t>Source</a:t>
            </a:r>
            <a:r>
              <a:rPr lang="en-US" b="1" dirty="0"/>
              <a:t>: </a:t>
            </a:r>
            <a:r>
              <a:rPr lang="en-US" dirty="0">
                <a:hlinkClick r:id="rId2"/>
              </a:rPr>
              <a:t>A. K. Kaban, Z. Othman and D. S. </a:t>
            </a:r>
            <a:r>
              <a:rPr lang="en-US" dirty="0" err="1">
                <a:hlinkClick r:id="rId2"/>
              </a:rPr>
              <a:t>Rohmah</a:t>
            </a:r>
            <a:r>
              <a:rPr lang="en-US" dirty="0">
                <a:hlinkClick r:id="rId2"/>
              </a:rPr>
              <a:t>, “Comparison of dispatching rules in job-shop scheduling problem using simulation: A case study,” Int. J. Simul. Model., vol. 11, no. 3, pp. 129-140, Sept. 2012, doi:10.2507/IJSIMM11(3)2.201</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86820C-16A2-952A-7339-A2F15A9E75B5}"/>
              </a:ext>
            </a:extLst>
          </p:cNvPr>
          <p:cNvSpPr txBox="1">
            <a:spLocks noGrp="1"/>
          </p:cNvSpPr>
          <p:nvPr>
            <p:ph type="body" sz="quarter" idx="4294967295"/>
          </p:nvPr>
        </p:nvSpPr>
        <p:spPr>
          <a:xfrm>
            <a:off x="417493" y="112352"/>
            <a:ext cx="7754258" cy="736732"/>
          </a:xfrm>
          <a:prstGeom prst="rect">
            <a:avLst/>
          </a:prstGeom>
          <a:noFill/>
          <a:ln>
            <a:noFill/>
          </a:ln>
        </p:spPr>
        <p:txBody>
          <a:bodyPr vert="horz" wrap="square" lIns="91440" tIns="45720" rIns="91440" bIns="45720" anchor="t" anchorCtr="0" compatLnSpc="1">
            <a:noAutofit/>
          </a:bodyPr>
          <a:lstStyle/>
          <a:p>
            <a:pPr marL="0" lvl="0" indent="0">
              <a:buNone/>
            </a:pPr>
            <a:r>
              <a:rPr lang="en-IN" sz="3200" b="1" dirty="0">
                <a:latin typeface="Corbel" panose="020B0503020204020204" pitchFamily="34" charset="0"/>
                <a:cs typeface="Biome Light" pitchFamily="34"/>
              </a:rPr>
              <a:t>2. Meta-Heuristic Algorithms</a:t>
            </a:r>
          </a:p>
          <a:p>
            <a:pPr marL="0" lvl="0" indent="0">
              <a:buNone/>
            </a:pPr>
            <a:endParaRPr lang="en-IN" sz="3200" b="1" dirty="0">
              <a:latin typeface="Corbel"/>
              <a:cs typeface="Biome Light" pitchFamily="34"/>
            </a:endParaRPr>
          </a:p>
        </p:txBody>
      </p:sp>
      <p:sp>
        <p:nvSpPr>
          <p:cNvPr id="5" name="Rectangle 2">
            <a:extLst>
              <a:ext uri="{FF2B5EF4-FFF2-40B4-BE49-F238E27FC236}">
                <a16:creationId xmlns:a16="http://schemas.microsoft.com/office/drawing/2014/main" id="{9A659734-47E9-1828-73DB-6C8342554259}"/>
              </a:ext>
            </a:extLst>
          </p:cNvPr>
          <p:cNvSpPr>
            <a:spLocks noGrp="1" noChangeArrowheads="1"/>
          </p:cNvSpPr>
          <p:nvPr>
            <p:ph type="body" sz="quarter" idx="4294967295"/>
          </p:nvPr>
        </p:nvSpPr>
        <p:spPr bwMode="auto">
          <a:xfrm>
            <a:off x="663192" y="1383865"/>
            <a:ext cx="960622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Techniques like Particle Swarm Optimization (PSO) and Ant Colony Optimization (ACO) explore large solution spaces to find near-optimal schedules.</a:t>
            </a:r>
          </a:p>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They provide high-quality solutions, outperforming simple heuristics in complex scheduling scenarios.</a:t>
            </a:r>
          </a:p>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However, these methods require many iterations, making them computationally expensive and slow for real-time use.</a:t>
            </a:r>
          </a:p>
          <a:p>
            <a:pPr marL="0" marR="0" lvl="0" indent="0" algn="just" defTabSz="914400" rtl="0" eaLnBrk="0" fontAlgn="base" latinLnBrk="0" hangingPunct="0">
              <a:spcBef>
                <a:spcPct val="0"/>
              </a:spcBef>
              <a:spcAft>
                <a:spcPct val="0"/>
              </a:spcAft>
              <a:buClrTx/>
              <a:buSzTx/>
              <a:buFontTx/>
              <a:buChar char="•"/>
              <a:tabLst/>
            </a:pPr>
            <a:r>
              <a:rPr kumimoji="0" lang="en-US" altLang="en-US" sz="2400" i="0" u="none" strike="noStrike" cap="none" normalizeH="0" baseline="0" dirty="0">
                <a:ln>
                  <a:noFill/>
                </a:ln>
                <a:solidFill>
                  <a:schemeClr val="tx1"/>
                </a:solidFill>
                <a:effectLst/>
                <a:latin typeface="Corbel Light" panose="020B0303020204020204" pitchFamily="34" charset="0"/>
              </a:rPr>
              <a:t>In dynamic or fast-changing environments, their long re-optimization time limits adaptability and practicality.</a:t>
            </a:r>
          </a:p>
        </p:txBody>
      </p:sp>
      <p:sp>
        <p:nvSpPr>
          <p:cNvPr id="7" name="TextBox 6">
            <a:extLst>
              <a:ext uri="{FF2B5EF4-FFF2-40B4-BE49-F238E27FC236}">
                <a16:creationId xmlns:a16="http://schemas.microsoft.com/office/drawing/2014/main" id="{FE08FD47-10E2-C4DB-2CE5-4E4C577EF6F1}"/>
              </a:ext>
            </a:extLst>
          </p:cNvPr>
          <p:cNvSpPr txBox="1"/>
          <p:nvPr/>
        </p:nvSpPr>
        <p:spPr>
          <a:xfrm>
            <a:off x="540342" y="5012470"/>
            <a:ext cx="9851923" cy="923330"/>
          </a:xfrm>
          <a:prstGeom prst="rect">
            <a:avLst/>
          </a:prstGeom>
          <a:noFill/>
        </p:spPr>
        <p:txBody>
          <a:bodyPr wrap="square" rtlCol="0">
            <a:spAutoFit/>
          </a:bodyPr>
          <a:lstStyle/>
          <a:p>
            <a:r>
              <a:rPr lang="en-US" b="1" dirty="0">
                <a:solidFill>
                  <a:srgbClr val="FFC000"/>
                </a:solidFill>
              </a:rPr>
              <a:t>Source</a:t>
            </a:r>
            <a:r>
              <a:rPr lang="en-US" b="1" dirty="0"/>
              <a:t> :</a:t>
            </a:r>
            <a:r>
              <a:rPr lang="en-US" dirty="0">
                <a:hlinkClick r:id="rId2"/>
              </a:rPr>
              <a:t>M. Ventresca and B. M. </a:t>
            </a:r>
            <a:r>
              <a:rPr lang="en-US" dirty="0" err="1">
                <a:hlinkClick r:id="rId2"/>
              </a:rPr>
              <a:t>Ombuki</a:t>
            </a:r>
            <a:r>
              <a:rPr lang="en-US" dirty="0">
                <a:hlinkClick r:id="rId2"/>
              </a:rPr>
              <a:t>, “Ant Colony Optimization for Job Shop Scheduling Problem,” Tech. Rep. CS-04-04, Department of Computer Science, Brock University, St. Catharines, Ontario, Canada, Feb. 2004.</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9">
            <a:extLst>
              <a:ext uri="{FF2B5EF4-FFF2-40B4-BE49-F238E27FC236}">
                <a16:creationId xmlns:a16="http://schemas.microsoft.com/office/drawing/2014/main" id="{9B1462BF-EBCC-B751-D072-AA3E1BFAF88F}"/>
              </a:ext>
            </a:extLst>
          </p:cNvPr>
          <p:cNvSpPr txBox="1">
            <a:spLocks noGrp="1"/>
          </p:cNvSpPr>
          <p:nvPr>
            <p:ph type="title"/>
          </p:nvPr>
        </p:nvSpPr>
        <p:spPr>
          <a:xfrm>
            <a:off x="282914" y="171335"/>
            <a:ext cx="7732483" cy="729343"/>
          </a:xfrm>
        </p:spPr>
        <p:txBody>
          <a:bodyPr/>
          <a:lstStyle/>
          <a:p>
            <a:pPr lvl="0"/>
            <a:r>
              <a:rPr lang="en-IN" sz="3600" dirty="0">
                <a:solidFill>
                  <a:schemeClr val="tx1"/>
                </a:solidFill>
              </a:rPr>
              <a:t>Comparison to Related Work</a:t>
            </a:r>
          </a:p>
        </p:txBody>
      </p:sp>
      <p:graphicFrame>
        <p:nvGraphicFramePr>
          <p:cNvPr id="3" name="Table 6">
            <a:extLst>
              <a:ext uri="{FF2B5EF4-FFF2-40B4-BE49-F238E27FC236}">
                <a16:creationId xmlns:a16="http://schemas.microsoft.com/office/drawing/2014/main" id="{6BDCBFDF-DB79-800D-3C67-FC3FAAE6F074}"/>
              </a:ext>
            </a:extLst>
          </p:cNvPr>
          <p:cNvGraphicFramePr>
            <a:graphicFrameLocks noGrp="1"/>
          </p:cNvGraphicFramePr>
          <p:nvPr>
            <p:extLst>
              <p:ext uri="{D42A27DB-BD31-4B8C-83A1-F6EECF244321}">
                <p14:modId xmlns:p14="http://schemas.microsoft.com/office/powerpoint/2010/main" val="2910603533"/>
              </p:ext>
            </p:extLst>
          </p:nvPr>
        </p:nvGraphicFramePr>
        <p:xfrm>
          <a:off x="214088" y="1091380"/>
          <a:ext cx="11625273" cy="5595285"/>
        </p:xfrm>
        <a:graphic>
          <a:graphicData uri="http://schemas.openxmlformats.org/drawingml/2006/table">
            <a:tbl>
              <a:tblPr>
                <a:effectLst/>
              </a:tblPr>
              <a:tblGrid>
                <a:gridCol w="3682050">
                  <a:extLst>
                    <a:ext uri="{9D8B030D-6E8A-4147-A177-3AD203B41FA5}">
                      <a16:colId xmlns:a16="http://schemas.microsoft.com/office/drawing/2014/main" val="2941852569"/>
                    </a:ext>
                  </a:extLst>
                </a:gridCol>
                <a:gridCol w="2647741">
                  <a:extLst>
                    <a:ext uri="{9D8B030D-6E8A-4147-A177-3AD203B41FA5}">
                      <a16:colId xmlns:a16="http://schemas.microsoft.com/office/drawing/2014/main" val="2561391871"/>
                    </a:ext>
                  </a:extLst>
                </a:gridCol>
                <a:gridCol w="2647741">
                  <a:extLst>
                    <a:ext uri="{9D8B030D-6E8A-4147-A177-3AD203B41FA5}">
                      <a16:colId xmlns:a16="http://schemas.microsoft.com/office/drawing/2014/main" val="3978798156"/>
                    </a:ext>
                  </a:extLst>
                </a:gridCol>
                <a:gridCol w="2647741">
                  <a:extLst>
                    <a:ext uri="{9D8B030D-6E8A-4147-A177-3AD203B41FA5}">
                      <a16:colId xmlns:a16="http://schemas.microsoft.com/office/drawing/2014/main" val="20334519"/>
                    </a:ext>
                  </a:extLst>
                </a:gridCol>
              </a:tblGrid>
              <a:tr h="378323">
                <a:tc>
                  <a:txBody>
                    <a:bodyPr/>
                    <a:lstStyle/>
                    <a:p>
                      <a:pPr lvl="0" algn="l">
                        <a:buNone/>
                      </a:pPr>
                      <a:r>
                        <a:rPr lang="en-IN" sz="2000" b="1" dirty="0">
                          <a:solidFill>
                            <a:srgbClr val="00B050"/>
                          </a:solidFill>
                          <a:latin typeface="Corbel Light" panose="020B0303020204020204" pitchFamily="34" charset="0"/>
                        </a:rPr>
                        <a:t>Method</a:t>
                      </a:r>
                      <a:endParaRPr lang="en-IN" sz="2000" dirty="0">
                        <a:solidFill>
                          <a:srgbClr val="00B050"/>
                        </a:solidFill>
                        <a:latin typeface="Corbel Light" panose="020B0303020204020204" pitchFamily="34" charset="0"/>
                      </a:endParaRPr>
                    </a:p>
                  </a:txBody>
                  <a:tcPr marL="87023" marR="87023" marT="43516" marB="43516" anchor="ctr"/>
                </a:tc>
                <a:tc>
                  <a:txBody>
                    <a:bodyPr/>
                    <a:lstStyle/>
                    <a:p>
                      <a:pPr lvl="0" algn="l">
                        <a:buNone/>
                      </a:pPr>
                      <a:r>
                        <a:rPr lang="en-IN" sz="2000" b="1">
                          <a:solidFill>
                            <a:srgbClr val="00B050"/>
                          </a:solidFill>
                          <a:latin typeface="Corbel Light" panose="020B0303020204020204" pitchFamily="34" charset="0"/>
                        </a:rPr>
                        <a:t>Pros</a:t>
                      </a:r>
                      <a:endParaRPr lang="en-IN" sz="2000">
                        <a:solidFill>
                          <a:srgbClr val="00B050"/>
                        </a:solidFill>
                        <a:latin typeface="Corbel Light" panose="020B0303020204020204" pitchFamily="34" charset="0"/>
                      </a:endParaRPr>
                    </a:p>
                  </a:txBody>
                  <a:tcPr marL="87023" marR="87023" marT="43516" marB="43516" anchor="ctr"/>
                </a:tc>
                <a:tc>
                  <a:txBody>
                    <a:bodyPr/>
                    <a:lstStyle/>
                    <a:p>
                      <a:pPr lvl="0" algn="l">
                        <a:buNone/>
                      </a:pPr>
                      <a:r>
                        <a:rPr lang="en-IN" sz="2000" b="1">
                          <a:solidFill>
                            <a:srgbClr val="00B050"/>
                          </a:solidFill>
                          <a:latin typeface="Corbel Light" panose="020B0303020204020204" pitchFamily="34" charset="0"/>
                        </a:rPr>
                        <a:t>Cons</a:t>
                      </a:r>
                      <a:endParaRPr lang="en-IN" sz="2000">
                        <a:solidFill>
                          <a:srgbClr val="00B050"/>
                        </a:solidFill>
                        <a:latin typeface="Corbel Light" panose="020B0303020204020204" pitchFamily="34" charset="0"/>
                      </a:endParaRPr>
                    </a:p>
                  </a:txBody>
                  <a:tcPr marL="87023" marR="87023" marT="43516" marB="43516" anchor="ctr"/>
                </a:tc>
                <a:tc>
                  <a:txBody>
                    <a:bodyPr/>
                    <a:lstStyle/>
                    <a:p>
                      <a:pPr lvl="0" algn="l">
                        <a:buNone/>
                      </a:pPr>
                      <a:r>
                        <a:rPr lang="en-IN" sz="2000" b="1">
                          <a:solidFill>
                            <a:srgbClr val="00B050"/>
                          </a:solidFill>
                          <a:latin typeface="Corbel Light" panose="020B0303020204020204" pitchFamily="34" charset="0"/>
                        </a:rPr>
                        <a:t>Our Choice </a:t>
                      </a:r>
                      <a:endParaRPr lang="en-IN" sz="2000">
                        <a:solidFill>
                          <a:srgbClr val="00B050"/>
                        </a:solidFill>
                        <a:latin typeface="Corbel Light" panose="020B0303020204020204" pitchFamily="34" charset="0"/>
                      </a:endParaRPr>
                    </a:p>
                  </a:txBody>
                  <a:tcPr marL="87023" marR="87023" marT="43516" marB="43516" anchor="ctr"/>
                </a:tc>
                <a:extLst>
                  <a:ext uri="{0D108BD9-81ED-4DB2-BD59-A6C34878D82A}">
                    <a16:rowId xmlns:a16="http://schemas.microsoft.com/office/drawing/2014/main" val="4075162463"/>
                  </a:ext>
                </a:extLst>
              </a:tr>
              <a:tr h="1321187">
                <a:tc>
                  <a:txBody>
                    <a:bodyPr/>
                    <a:lstStyle/>
                    <a:p>
                      <a:pPr lvl="0" algn="l">
                        <a:buNone/>
                      </a:pPr>
                      <a:r>
                        <a:rPr lang="en-IN" sz="2000" b="1" dirty="0">
                          <a:solidFill>
                            <a:srgbClr val="FFC000"/>
                          </a:solidFill>
                          <a:latin typeface="Corbel Light" panose="020B0303020204020204" pitchFamily="34" charset="0"/>
                        </a:rPr>
                        <a:t>FIFO</a:t>
                      </a:r>
                      <a:endParaRPr lang="en-IN" sz="2000" dirty="0">
                        <a:solidFill>
                          <a:srgbClr val="FFC000"/>
                        </a:solidFill>
                        <a:latin typeface="Corbel Light" panose="020B0303020204020204" pitchFamily="34" charset="0"/>
                      </a:endParaRPr>
                    </a:p>
                  </a:txBody>
                  <a:tcPr marL="87023" marR="87023" marT="43516" marB="43516" anchor="ctr"/>
                </a:tc>
                <a:tc>
                  <a:txBody>
                    <a:bodyPr/>
                    <a:lstStyle/>
                    <a:p>
                      <a:pPr lvl="0" algn="l">
                        <a:buNone/>
                      </a:pPr>
                      <a:r>
                        <a:rPr lang="en-US" sz="2000">
                          <a:latin typeface="Corbel Light" panose="020B0303020204020204" pitchFamily="34" charset="0"/>
                        </a:rPr>
                        <a:t>Simple, easy to implement, very fast decisions</a:t>
                      </a:r>
                    </a:p>
                  </a:txBody>
                  <a:tcPr marL="87023" marR="87023" marT="43516" marB="43516" anchor="ctr"/>
                </a:tc>
                <a:tc>
                  <a:txBody>
                    <a:bodyPr/>
                    <a:lstStyle/>
                    <a:p>
                      <a:pPr lvl="0" algn="l">
                        <a:buNone/>
                      </a:pPr>
                      <a:r>
                        <a:rPr lang="en-US" sz="2000">
                          <a:latin typeface="Corbel Light" panose="020B0303020204020204" pitchFamily="34" charset="0"/>
                        </a:rPr>
                        <a:t>Ignores job priorities and processing times → poor overall performance</a:t>
                      </a:r>
                    </a:p>
                  </a:txBody>
                  <a:tcPr marL="87023" marR="87023" marT="43516" marB="43516" anchor="ctr"/>
                </a:tc>
                <a:tc>
                  <a:txBody>
                    <a:bodyPr/>
                    <a:lstStyle/>
                    <a:p>
                      <a:pPr lvl="0" algn="l">
                        <a:buNone/>
                      </a:pPr>
                      <a:r>
                        <a:rPr lang="en-US" sz="2000">
                          <a:latin typeface="Corbel Light" panose="020B0303020204020204" pitchFamily="34" charset="0"/>
                        </a:rPr>
                        <a:t>Used as baseline for comparison</a:t>
                      </a:r>
                    </a:p>
                  </a:txBody>
                  <a:tcPr marL="87023" marR="87023" marT="43516" marB="43516" anchor="ctr"/>
                </a:tc>
                <a:extLst>
                  <a:ext uri="{0D108BD9-81ED-4DB2-BD59-A6C34878D82A}">
                    <a16:rowId xmlns:a16="http://schemas.microsoft.com/office/drawing/2014/main" val="3147249062"/>
                  </a:ext>
                </a:extLst>
              </a:tr>
              <a:tr h="1261198">
                <a:tc>
                  <a:txBody>
                    <a:bodyPr/>
                    <a:lstStyle/>
                    <a:p>
                      <a:pPr lvl="0" algn="l">
                        <a:buNone/>
                      </a:pPr>
                      <a:r>
                        <a:rPr lang="en-IN" sz="2000" b="1" dirty="0">
                          <a:solidFill>
                            <a:srgbClr val="FFC000"/>
                          </a:solidFill>
                          <a:latin typeface="Corbel Light" panose="020B0303020204020204" pitchFamily="34" charset="0"/>
                        </a:rPr>
                        <a:t>SPT (Shortest Processing Time)</a:t>
                      </a:r>
                      <a:endParaRPr lang="en-IN" sz="2000" dirty="0">
                        <a:solidFill>
                          <a:srgbClr val="FFC000"/>
                        </a:solidFill>
                        <a:latin typeface="Corbel Light" panose="020B0303020204020204" pitchFamily="34" charset="0"/>
                      </a:endParaRPr>
                    </a:p>
                  </a:txBody>
                  <a:tcPr marL="87023" marR="87023" marT="43516" marB="43516" anchor="ctr"/>
                </a:tc>
                <a:tc>
                  <a:txBody>
                    <a:bodyPr/>
                    <a:lstStyle/>
                    <a:p>
                      <a:pPr lvl="0" algn="l">
                        <a:buNone/>
                      </a:pPr>
                      <a:r>
                        <a:rPr lang="en-US" sz="2000">
                          <a:latin typeface="Corbel Light" panose="020B0303020204020204" pitchFamily="34" charset="0"/>
                        </a:rPr>
                        <a:t>Reduces average completion time; efficient for small systems</a:t>
                      </a:r>
                    </a:p>
                  </a:txBody>
                  <a:tcPr marL="87023" marR="87023" marT="43516" marB="43516" anchor="ctr"/>
                </a:tc>
                <a:tc>
                  <a:txBody>
                    <a:bodyPr/>
                    <a:lstStyle/>
                    <a:p>
                      <a:pPr lvl="0" algn="l">
                        <a:buNone/>
                      </a:pPr>
                      <a:r>
                        <a:rPr lang="en-US" sz="2000">
                          <a:latin typeface="Corbel Light" panose="020B0303020204020204" pitchFamily="34" charset="0"/>
                        </a:rPr>
                        <a:t>Myopic — may delay long or urgent jobs</a:t>
                      </a:r>
                    </a:p>
                  </a:txBody>
                  <a:tcPr marL="87023" marR="87023" marT="43516" marB="43516" anchor="ctr"/>
                </a:tc>
                <a:tc>
                  <a:txBody>
                    <a:bodyPr/>
                    <a:lstStyle/>
                    <a:p>
                      <a:pPr lvl="0" algn="l">
                        <a:buNone/>
                      </a:pPr>
                      <a:r>
                        <a:rPr lang="en-IN" sz="2000">
                          <a:latin typeface="Corbel Light" panose="020B0303020204020204" pitchFamily="34" charset="0"/>
                        </a:rPr>
                        <a:t>Used as secondary baseline</a:t>
                      </a:r>
                    </a:p>
                  </a:txBody>
                  <a:tcPr marL="87023" marR="87023" marT="43516" marB="43516" anchor="ctr"/>
                </a:tc>
                <a:extLst>
                  <a:ext uri="{0D108BD9-81ED-4DB2-BD59-A6C34878D82A}">
                    <a16:rowId xmlns:a16="http://schemas.microsoft.com/office/drawing/2014/main" val="2002228085"/>
                  </a:ext>
                </a:extLst>
              </a:tr>
              <a:tr h="1254847">
                <a:tc>
                  <a:txBody>
                    <a:bodyPr/>
                    <a:lstStyle/>
                    <a:p>
                      <a:pPr lvl="0" algn="l">
                        <a:buNone/>
                      </a:pPr>
                      <a:r>
                        <a:rPr lang="en-IN" sz="2000" b="1" dirty="0">
                          <a:solidFill>
                            <a:srgbClr val="FFC000"/>
                          </a:solidFill>
                          <a:latin typeface="Corbel Light" panose="020B0303020204020204" pitchFamily="34" charset="0"/>
                        </a:rPr>
                        <a:t>Ant Colony Optimization</a:t>
                      </a:r>
                      <a:endParaRPr lang="en-IN" sz="2000" dirty="0">
                        <a:solidFill>
                          <a:srgbClr val="FFC000"/>
                        </a:solidFill>
                        <a:latin typeface="Corbel Light" panose="020B0303020204020204" pitchFamily="34" charset="0"/>
                      </a:endParaRPr>
                    </a:p>
                  </a:txBody>
                  <a:tcPr marL="87023" marR="87023" marT="43516" marB="43516" anchor="ctr"/>
                </a:tc>
                <a:tc>
                  <a:txBody>
                    <a:bodyPr/>
                    <a:lstStyle/>
                    <a:p>
                      <a:pPr lvl="0" algn="l">
                        <a:buNone/>
                      </a:pPr>
                      <a:r>
                        <a:rPr lang="en-US" sz="2000" dirty="0">
                          <a:latin typeface="Corbel Light" panose="020B0303020204020204" pitchFamily="34" charset="0"/>
                        </a:rPr>
                        <a:t>Finds near-optimal solutions for complex problems</a:t>
                      </a:r>
                    </a:p>
                  </a:txBody>
                  <a:tcPr marL="87023" marR="87023" marT="43516" marB="43516" anchor="ctr"/>
                </a:tc>
                <a:tc>
                  <a:txBody>
                    <a:bodyPr/>
                    <a:lstStyle/>
                    <a:p>
                      <a:pPr lvl="0" algn="l">
                        <a:buNone/>
                      </a:pPr>
                      <a:r>
                        <a:rPr lang="en-US" sz="2000" dirty="0">
                          <a:latin typeface="Corbel Light" panose="020B0303020204020204" pitchFamily="34" charset="0"/>
                        </a:rPr>
                        <a:t>Slow, high computation cost → not suitable for real-time</a:t>
                      </a:r>
                    </a:p>
                  </a:txBody>
                  <a:tcPr marL="87023" marR="87023" marT="43516" marB="43516" anchor="ctr"/>
                </a:tc>
                <a:tc>
                  <a:txBody>
                    <a:bodyPr/>
                    <a:lstStyle/>
                    <a:p>
                      <a:pPr lvl="0" algn="l">
                        <a:buNone/>
                      </a:pPr>
                      <a:r>
                        <a:rPr lang="en-IN" sz="2000" dirty="0">
                          <a:latin typeface="Corbel Light" panose="020B0303020204020204" pitchFamily="34" charset="0"/>
                        </a:rPr>
                        <a:t>Replaced by learning-based approach</a:t>
                      </a:r>
                    </a:p>
                  </a:txBody>
                  <a:tcPr marL="87023" marR="87023" marT="43516" marB="43516" anchor="ctr"/>
                </a:tc>
                <a:extLst>
                  <a:ext uri="{0D108BD9-81ED-4DB2-BD59-A6C34878D82A}">
                    <a16:rowId xmlns:a16="http://schemas.microsoft.com/office/drawing/2014/main" val="400830558"/>
                  </a:ext>
                </a:extLst>
              </a:tr>
              <a:tr h="1321187">
                <a:tc>
                  <a:txBody>
                    <a:bodyPr/>
                    <a:lstStyle/>
                    <a:p>
                      <a:pPr lvl="0" algn="l">
                        <a:buNone/>
                      </a:pPr>
                      <a:r>
                        <a:rPr lang="en-IN" sz="2000" b="1" dirty="0">
                          <a:solidFill>
                            <a:srgbClr val="FFC000"/>
                          </a:solidFill>
                          <a:latin typeface="Corbel Light" panose="020B0303020204020204" pitchFamily="34" charset="0"/>
                        </a:rPr>
                        <a:t>Deep Reinforcement Learning </a:t>
                      </a:r>
                      <a:endParaRPr lang="en-IN" sz="2000" dirty="0">
                        <a:solidFill>
                          <a:srgbClr val="FFC000"/>
                        </a:solidFill>
                        <a:latin typeface="Corbel Light" panose="020B0303020204020204" pitchFamily="34" charset="0"/>
                      </a:endParaRPr>
                    </a:p>
                  </a:txBody>
                  <a:tcPr marL="87023" marR="87023" marT="43516" marB="43516" anchor="ctr"/>
                </a:tc>
                <a:tc>
                  <a:txBody>
                    <a:bodyPr/>
                    <a:lstStyle/>
                    <a:p>
                      <a:pPr lvl="0" algn="l">
                        <a:buNone/>
                      </a:pPr>
                      <a:r>
                        <a:rPr lang="en-IN" sz="2000">
                          <a:latin typeface="Corbel Light" panose="020B0303020204020204" pitchFamily="34" charset="0"/>
                        </a:rPr>
                        <a:t>Adaptive, handles dynamic environments, fast inference after training</a:t>
                      </a:r>
                    </a:p>
                  </a:txBody>
                  <a:tcPr marL="87023" marR="87023" marT="43516" marB="43516" anchor="ctr"/>
                </a:tc>
                <a:tc>
                  <a:txBody>
                    <a:bodyPr/>
                    <a:lstStyle/>
                    <a:p>
                      <a:pPr lvl="0" algn="l">
                        <a:buNone/>
                      </a:pPr>
                      <a:r>
                        <a:rPr lang="en-US" sz="2000">
                          <a:latin typeface="Corbel Light" panose="020B0303020204020204" pitchFamily="34" charset="0"/>
                        </a:rPr>
                        <a:t>Needs long training and careful tuning</a:t>
                      </a:r>
                    </a:p>
                  </a:txBody>
                  <a:tcPr marL="87023" marR="87023" marT="43516" marB="43516" anchor="ctr"/>
                </a:tc>
                <a:tc>
                  <a:txBody>
                    <a:bodyPr/>
                    <a:lstStyle/>
                    <a:p>
                      <a:pPr lvl="0" algn="l">
                        <a:buNone/>
                      </a:pPr>
                      <a:r>
                        <a:rPr lang="en-US" sz="2000" dirty="0">
                          <a:latin typeface="Corbel Light" panose="020B0303020204020204" pitchFamily="34" charset="0"/>
                        </a:rPr>
                        <a:t>Best balance of performance and adaptability</a:t>
                      </a:r>
                    </a:p>
                  </a:txBody>
                  <a:tcPr marL="87023" marR="87023" marT="43516" marB="43516" anchor="ctr"/>
                </a:tc>
                <a:extLst>
                  <a:ext uri="{0D108BD9-81ED-4DB2-BD59-A6C34878D82A}">
                    <a16:rowId xmlns:a16="http://schemas.microsoft.com/office/drawing/2014/main" val="124027639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C5B9-8C98-3CEE-89F7-337BFCB355C7}"/>
              </a:ext>
            </a:extLst>
          </p:cNvPr>
          <p:cNvSpPr>
            <a:spLocks noGrp="1"/>
          </p:cNvSpPr>
          <p:nvPr>
            <p:ph type="title"/>
          </p:nvPr>
        </p:nvSpPr>
        <p:spPr/>
        <p:txBody>
          <a:bodyPr/>
          <a:lstStyle/>
          <a:p>
            <a:r>
              <a:rPr lang="en-IN" sz="3400" b="1" dirty="0">
                <a:solidFill>
                  <a:schemeClr val="tx1"/>
                </a:solidFill>
                <a:latin typeface="Corbel" panose="020B0503020204020204" pitchFamily="34" charset="0"/>
              </a:rPr>
              <a:t>Baseline Methods: Heuristics</a:t>
            </a:r>
            <a:br>
              <a:rPr lang="en-IN" sz="3400" b="1" dirty="0">
                <a:solidFill>
                  <a:schemeClr val="tx1"/>
                </a:solidFill>
                <a:latin typeface="Corbel" panose="020B0503020204020204" pitchFamily="34" charset="0"/>
              </a:rPr>
            </a:br>
            <a:endParaRPr lang="en-IN" sz="3400" dirty="0">
              <a:solidFill>
                <a:schemeClr val="tx1"/>
              </a:solidFill>
              <a:latin typeface="Corbel" panose="020B0503020204020204" pitchFamily="34" charset="0"/>
            </a:endParaRPr>
          </a:p>
        </p:txBody>
      </p:sp>
      <p:sp>
        <p:nvSpPr>
          <p:cNvPr id="9" name="Content Placeholder 8">
            <a:extLst>
              <a:ext uri="{FF2B5EF4-FFF2-40B4-BE49-F238E27FC236}">
                <a16:creationId xmlns:a16="http://schemas.microsoft.com/office/drawing/2014/main" id="{5DA4CD53-0F52-233C-47AC-8C650D11F5D9}"/>
              </a:ext>
            </a:extLst>
          </p:cNvPr>
          <p:cNvSpPr>
            <a:spLocks noGrp="1"/>
          </p:cNvSpPr>
          <p:nvPr>
            <p:ph idx="1"/>
          </p:nvPr>
        </p:nvSpPr>
        <p:spPr>
          <a:xfrm>
            <a:off x="1181971" y="1853248"/>
            <a:ext cx="4914029" cy="4195481"/>
          </a:xfrm>
          <a:ln>
            <a:solidFill>
              <a:schemeClr val="tx1"/>
            </a:solidFill>
          </a:ln>
        </p:spPr>
        <p:txBody>
          <a:bodyPr/>
          <a:lstStyle/>
          <a:p>
            <a:pPr marL="0" indent="0" algn="just">
              <a:buNone/>
            </a:pPr>
            <a:r>
              <a:rPr lang="en-US" sz="2400" b="1" dirty="0">
                <a:latin typeface="Corbel Light" panose="020B0303020204020204" pitchFamily="34" charset="0"/>
              </a:rPr>
              <a:t>     What are Heuristics?</a:t>
            </a:r>
          </a:p>
          <a:p>
            <a:pPr algn="just"/>
            <a:r>
              <a:rPr lang="en-US" sz="2400" dirty="0">
                <a:latin typeface="Corbel Light" panose="020B0303020204020204" pitchFamily="34" charset="0"/>
              </a:rPr>
              <a:t>Heuristics are efficient "rules of thumb" for problem-solving. They trade guaranteed optimality for speed, providing fast, "good enough" solutions.</a:t>
            </a:r>
          </a:p>
          <a:p>
            <a:pPr algn="just"/>
            <a:r>
              <a:rPr lang="en-US" sz="2400" dirty="0">
                <a:latin typeface="Corbel Light" panose="020B0303020204020204" pitchFamily="34" charset="0"/>
              </a:rPr>
              <a:t>In scheduling, these are </a:t>
            </a:r>
            <a:r>
              <a:rPr lang="en-US" sz="2400" b="1" dirty="0">
                <a:latin typeface="Corbel Light" panose="020B0303020204020204" pitchFamily="34" charset="0"/>
              </a:rPr>
              <a:t>dispatching rules</a:t>
            </a:r>
            <a:r>
              <a:rPr lang="en-US" sz="2400" dirty="0">
                <a:latin typeface="Corbel Light" panose="020B0303020204020204" pitchFamily="34" charset="0"/>
              </a:rPr>
              <a:t> that instantly select the next job for a free machine based on a simple, pre-defined property</a:t>
            </a:r>
          </a:p>
          <a:p>
            <a:endParaRPr lang="en-IN" dirty="0"/>
          </a:p>
        </p:txBody>
      </p:sp>
      <p:sp>
        <p:nvSpPr>
          <p:cNvPr id="11" name="TextBox 10">
            <a:extLst>
              <a:ext uri="{FF2B5EF4-FFF2-40B4-BE49-F238E27FC236}">
                <a16:creationId xmlns:a16="http://schemas.microsoft.com/office/drawing/2014/main" id="{C020F79C-57A7-A3B2-D7A6-37B2BBA1214D}"/>
              </a:ext>
            </a:extLst>
          </p:cNvPr>
          <p:cNvSpPr txBox="1"/>
          <p:nvPr/>
        </p:nvSpPr>
        <p:spPr>
          <a:xfrm>
            <a:off x="6489290" y="1865432"/>
            <a:ext cx="5093110" cy="4154984"/>
          </a:xfrm>
          <a:prstGeom prst="rect">
            <a:avLst/>
          </a:prstGeom>
          <a:noFill/>
          <a:ln>
            <a:solidFill>
              <a:schemeClr val="tx1"/>
            </a:solidFill>
          </a:ln>
        </p:spPr>
        <p:txBody>
          <a:bodyPr wrap="square" rtlCol="0">
            <a:spAutoFit/>
          </a:bodyPr>
          <a:lstStyle/>
          <a:p>
            <a:pPr algn="just"/>
            <a:r>
              <a:rPr lang="en-US" sz="2400" b="1" dirty="0">
                <a:latin typeface="Corbel Light" panose="020B0303020204020204" pitchFamily="34" charset="0"/>
              </a:rPr>
              <a:t>Classification of Methods</a:t>
            </a:r>
          </a:p>
          <a:p>
            <a:pPr algn="just"/>
            <a:endParaRPr lang="en-US" sz="2400" b="1" dirty="0">
              <a:latin typeface="Corbel Light" panose="020B0303020204020204" pitchFamily="34" charset="0"/>
            </a:endParaRPr>
          </a:p>
          <a:p>
            <a:pPr algn="just"/>
            <a:r>
              <a:rPr lang="en-US" sz="2400" b="1" dirty="0">
                <a:latin typeface="Corbel Light" panose="020B0303020204020204" pitchFamily="34" charset="0"/>
              </a:rPr>
              <a:t>Simple Dispatching Rules:</a:t>
            </a:r>
          </a:p>
          <a:p>
            <a:pPr algn="just"/>
            <a:r>
              <a:rPr lang="en-US" sz="2400" dirty="0">
                <a:latin typeface="Corbel Light" panose="020B0303020204020204" pitchFamily="34" charset="0"/>
              </a:rPr>
              <a:t>Static, low-computation rules. They are very fast but not adaptive.</a:t>
            </a:r>
            <a:br>
              <a:rPr lang="en-US" sz="2400" dirty="0">
                <a:latin typeface="Corbel Light" panose="020B0303020204020204" pitchFamily="34" charset="0"/>
              </a:rPr>
            </a:br>
            <a:r>
              <a:rPr lang="en-US" sz="2400" i="1" dirty="0">
                <a:latin typeface="Corbel Light" panose="020B0303020204020204" pitchFamily="34" charset="0"/>
              </a:rPr>
              <a:t>(e.g., FIFO, SPT)</a:t>
            </a:r>
            <a:endParaRPr lang="en-US" sz="2400" dirty="0">
              <a:latin typeface="Corbel Light" panose="020B0303020204020204" pitchFamily="34" charset="0"/>
            </a:endParaRPr>
          </a:p>
          <a:p>
            <a:pPr algn="just"/>
            <a:r>
              <a:rPr lang="en-US" sz="2400" b="1" dirty="0">
                <a:latin typeface="Corbel Light" panose="020B0303020204020204" pitchFamily="34" charset="0"/>
              </a:rPr>
              <a:t>Metaheuristics</a:t>
            </a:r>
          </a:p>
          <a:p>
            <a:pPr algn="just"/>
            <a:r>
              <a:rPr lang="en-US" sz="2400" dirty="0">
                <a:latin typeface="Corbel Light" panose="020B0303020204020204" pitchFamily="34" charset="0"/>
              </a:rPr>
              <a:t>More complex, "smarter" search algorithms. They find better solutions but are slower to run.</a:t>
            </a:r>
            <a:br>
              <a:rPr lang="en-US" sz="2400" dirty="0">
                <a:latin typeface="Corbel Light" panose="020B0303020204020204" pitchFamily="34" charset="0"/>
              </a:rPr>
            </a:br>
            <a:r>
              <a:rPr lang="en-US" sz="2400" i="1" dirty="0">
                <a:latin typeface="Corbel Light" panose="020B0303020204020204" pitchFamily="34" charset="0"/>
              </a:rPr>
              <a:t>(e.g., Ant Colony) </a:t>
            </a:r>
            <a:endParaRPr lang="en-US" sz="2400" dirty="0">
              <a:latin typeface="Corbel Light" panose="020B0303020204020204" pitchFamily="34" charset="0"/>
            </a:endParaRPr>
          </a:p>
        </p:txBody>
      </p:sp>
    </p:spTree>
    <p:extLst>
      <p:ext uri="{BB962C8B-B14F-4D97-AF65-F5344CB8AC3E}">
        <p14:creationId xmlns:p14="http://schemas.microsoft.com/office/powerpoint/2010/main" val="329648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CD14DB-BB81-479F-A1FC-1C75640E9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0" name="Rectangle 9">
            <a:extLst>
              <a:ext uri="{FF2B5EF4-FFF2-40B4-BE49-F238E27FC236}">
                <a16:creationId xmlns:a16="http://schemas.microsoft.com/office/drawing/2014/main" id="{C943A91B-7CA7-4592-A975-73B1BF8C4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Freeform 7">
            <a:extLst>
              <a:ext uri="{FF2B5EF4-FFF2-40B4-BE49-F238E27FC236}">
                <a16:creationId xmlns:a16="http://schemas.microsoft.com/office/drawing/2014/main" id="{EC471314-E46A-414B-8D91-74880E84F1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1">
              <a:alpha val="20000"/>
            </a:schemeClr>
          </a:solidFill>
          <a:ln>
            <a:noFill/>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entury Gothic" panose="020B0502020202020204"/>
              <a:ea typeface="+mn-ea"/>
              <a:cs typeface="+mn-cs"/>
            </a:endParaRPr>
          </a:p>
        </p:txBody>
      </p:sp>
      <p:sp useBgFill="1">
        <p:nvSpPr>
          <p:cNvPr id="14" name="Freeform: Shape 13">
            <a:extLst>
              <a:ext uri="{FF2B5EF4-FFF2-40B4-BE49-F238E27FC236}">
                <a16:creationId xmlns:a16="http://schemas.microsoft.com/office/drawing/2014/main" id="{6A681326-1C9D-44A3-A627-3871BDAE41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2417" cy="5095933"/>
          </a:xfrm>
          <a:custGeom>
            <a:avLst/>
            <a:gdLst>
              <a:gd name="connsiteX0" fmla="*/ 0 w 12192417"/>
              <a:gd name="connsiteY0" fmla="*/ 0 h 5095933"/>
              <a:gd name="connsiteX1" fmla="*/ 71931 w 12192417"/>
              <a:gd name="connsiteY1" fmla="*/ 12261 h 5095933"/>
              <a:gd name="connsiteX2" fmla="*/ 282848 w 12192417"/>
              <a:gd name="connsiteY2" fmla="*/ 48343 h 5095933"/>
              <a:gd name="connsiteX3" fmla="*/ 436463 w 12192417"/>
              <a:gd name="connsiteY3" fmla="*/ 73565 h 5095933"/>
              <a:gd name="connsiteX4" fmla="*/ 619338 w 12192417"/>
              <a:gd name="connsiteY4" fmla="*/ 100188 h 5095933"/>
              <a:gd name="connsiteX5" fmla="*/ 836350 w 12192417"/>
              <a:gd name="connsiteY5" fmla="*/ 132066 h 5095933"/>
              <a:gd name="connsiteX6" fmla="*/ 1076527 w 12192417"/>
              <a:gd name="connsiteY6" fmla="*/ 165696 h 5095933"/>
              <a:gd name="connsiteX7" fmla="*/ 1347183 w 12192417"/>
              <a:gd name="connsiteY7" fmla="*/ 201077 h 5095933"/>
              <a:gd name="connsiteX8" fmla="*/ 1642222 w 12192417"/>
              <a:gd name="connsiteY8" fmla="*/ 238560 h 5095933"/>
              <a:gd name="connsiteX9" fmla="*/ 1962863 w 12192417"/>
              <a:gd name="connsiteY9" fmla="*/ 276043 h 5095933"/>
              <a:gd name="connsiteX10" fmla="*/ 2304231 w 12192417"/>
              <a:gd name="connsiteY10" fmla="*/ 314227 h 5095933"/>
              <a:gd name="connsiteX11" fmla="*/ 2672420 w 12192417"/>
              <a:gd name="connsiteY11" fmla="*/ 349608 h 5095933"/>
              <a:gd name="connsiteX12" fmla="*/ 3057677 w 12192417"/>
              <a:gd name="connsiteY12" fmla="*/ 383588 h 5095933"/>
              <a:gd name="connsiteX13" fmla="*/ 3464880 w 12192417"/>
              <a:gd name="connsiteY13" fmla="*/ 414415 h 5095933"/>
              <a:gd name="connsiteX14" fmla="*/ 3889151 w 12192417"/>
              <a:gd name="connsiteY14" fmla="*/ 443841 h 5095933"/>
              <a:gd name="connsiteX15" fmla="*/ 4331709 w 12192417"/>
              <a:gd name="connsiteY15" fmla="*/ 471515 h 5095933"/>
              <a:gd name="connsiteX16" fmla="*/ 4558475 w 12192417"/>
              <a:gd name="connsiteY16" fmla="*/ 481324 h 5095933"/>
              <a:gd name="connsiteX17" fmla="*/ 4790117 w 12192417"/>
              <a:gd name="connsiteY17" fmla="*/ 492183 h 5095933"/>
              <a:gd name="connsiteX18" fmla="*/ 5025417 w 12192417"/>
              <a:gd name="connsiteY18" fmla="*/ 502342 h 5095933"/>
              <a:gd name="connsiteX19" fmla="*/ 5261936 w 12192417"/>
              <a:gd name="connsiteY19" fmla="*/ 508998 h 5095933"/>
              <a:gd name="connsiteX20" fmla="*/ 5503331 w 12192417"/>
              <a:gd name="connsiteY20" fmla="*/ 514953 h 5095933"/>
              <a:gd name="connsiteX21" fmla="*/ 5747166 w 12192417"/>
              <a:gd name="connsiteY21" fmla="*/ 521259 h 5095933"/>
              <a:gd name="connsiteX22" fmla="*/ 5995876 w 12192417"/>
              <a:gd name="connsiteY22" fmla="*/ 525463 h 5095933"/>
              <a:gd name="connsiteX23" fmla="*/ 6247025 w 12192417"/>
              <a:gd name="connsiteY23" fmla="*/ 525463 h 5095933"/>
              <a:gd name="connsiteX24" fmla="*/ 6500612 w 12192417"/>
              <a:gd name="connsiteY24" fmla="*/ 527565 h 5095933"/>
              <a:gd name="connsiteX25" fmla="*/ 6756638 w 12192417"/>
              <a:gd name="connsiteY25" fmla="*/ 525463 h 5095933"/>
              <a:gd name="connsiteX26" fmla="*/ 7016321 w 12192417"/>
              <a:gd name="connsiteY26" fmla="*/ 521259 h 5095933"/>
              <a:gd name="connsiteX27" fmla="*/ 7276004 w 12192417"/>
              <a:gd name="connsiteY27" fmla="*/ 517406 h 5095933"/>
              <a:gd name="connsiteX28" fmla="*/ 7539344 w 12192417"/>
              <a:gd name="connsiteY28" fmla="*/ 508998 h 5095933"/>
              <a:gd name="connsiteX29" fmla="*/ 7805123 w 12192417"/>
              <a:gd name="connsiteY29" fmla="*/ 500241 h 5095933"/>
              <a:gd name="connsiteX30" fmla="*/ 8070902 w 12192417"/>
              <a:gd name="connsiteY30" fmla="*/ 490082 h 5095933"/>
              <a:gd name="connsiteX31" fmla="*/ 8339120 w 12192417"/>
              <a:gd name="connsiteY31" fmla="*/ 475719 h 5095933"/>
              <a:gd name="connsiteX32" fmla="*/ 8609775 w 12192417"/>
              <a:gd name="connsiteY32" fmla="*/ 458554 h 5095933"/>
              <a:gd name="connsiteX33" fmla="*/ 8881650 w 12192417"/>
              <a:gd name="connsiteY33" fmla="*/ 442089 h 5095933"/>
              <a:gd name="connsiteX34" fmla="*/ 9153525 w 12192417"/>
              <a:gd name="connsiteY34" fmla="*/ 421071 h 5095933"/>
              <a:gd name="connsiteX35" fmla="*/ 9429057 w 12192417"/>
              <a:gd name="connsiteY35" fmla="*/ 395849 h 5095933"/>
              <a:gd name="connsiteX36" fmla="*/ 9700932 w 12192417"/>
              <a:gd name="connsiteY36" fmla="*/ 370626 h 5095933"/>
              <a:gd name="connsiteX37" fmla="*/ 9977683 w 12192417"/>
              <a:gd name="connsiteY37" fmla="*/ 341551 h 5095933"/>
              <a:gd name="connsiteX38" fmla="*/ 10255654 w 12192417"/>
              <a:gd name="connsiteY38" fmla="*/ 309673 h 5095933"/>
              <a:gd name="connsiteX39" fmla="*/ 10529967 w 12192417"/>
              <a:gd name="connsiteY39" fmla="*/ 276043 h 5095933"/>
              <a:gd name="connsiteX40" fmla="*/ 10807938 w 12192417"/>
              <a:gd name="connsiteY40" fmla="*/ 236809 h 5095933"/>
              <a:gd name="connsiteX41" fmla="*/ 11084689 w 12192417"/>
              <a:gd name="connsiteY41" fmla="*/ 194772 h 5095933"/>
              <a:gd name="connsiteX42" fmla="*/ 11362660 w 12192417"/>
              <a:gd name="connsiteY42" fmla="*/ 153085 h 5095933"/>
              <a:gd name="connsiteX43" fmla="*/ 11639411 w 12192417"/>
              <a:gd name="connsiteY43" fmla="*/ 104392 h 5095933"/>
              <a:gd name="connsiteX44" fmla="*/ 11914944 w 12192417"/>
              <a:gd name="connsiteY44" fmla="*/ 54648 h 5095933"/>
              <a:gd name="connsiteX45" fmla="*/ 12191695 w 12192417"/>
              <a:gd name="connsiteY45" fmla="*/ 2452 h 5095933"/>
              <a:gd name="connsiteX46" fmla="*/ 12191695 w 12192417"/>
              <a:gd name="connsiteY46" fmla="*/ 2162231 h 5095933"/>
              <a:gd name="connsiteX47" fmla="*/ 12192417 w 12192417"/>
              <a:gd name="connsiteY47" fmla="*/ 2162231 h 5095933"/>
              <a:gd name="connsiteX48" fmla="*/ 12192417 w 12192417"/>
              <a:gd name="connsiteY48" fmla="*/ 5095933 h 5095933"/>
              <a:gd name="connsiteX49" fmla="*/ 0 w 12192417"/>
              <a:gd name="connsiteY49" fmla="*/ 5095933 h 5095933"/>
              <a:gd name="connsiteX50" fmla="*/ 0 w 12192417"/>
              <a:gd name="connsiteY50" fmla="*/ 2791958 h 5095933"/>
              <a:gd name="connsiteX51" fmla="*/ 0 w 12192417"/>
              <a:gd name="connsiteY51" fmla="*/ 2162231 h 5095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417" h="5095933">
                <a:moveTo>
                  <a:pt x="0" y="0"/>
                </a:moveTo>
                <a:lnTo>
                  <a:pt x="71931" y="12261"/>
                </a:lnTo>
                <a:lnTo>
                  <a:pt x="282848" y="48343"/>
                </a:lnTo>
                <a:lnTo>
                  <a:pt x="436463" y="73565"/>
                </a:lnTo>
                <a:lnTo>
                  <a:pt x="619338" y="100188"/>
                </a:lnTo>
                <a:lnTo>
                  <a:pt x="836350" y="132066"/>
                </a:lnTo>
                <a:lnTo>
                  <a:pt x="1076527" y="165696"/>
                </a:lnTo>
                <a:lnTo>
                  <a:pt x="1347183" y="201077"/>
                </a:lnTo>
                <a:lnTo>
                  <a:pt x="1642222" y="238560"/>
                </a:lnTo>
                <a:lnTo>
                  <a:pt x="1962863" y="276043"/>
                </a:lnTo>
                <a:lnTo>
                  <a:pt x="2304231" y="314227"/>
                </a:lnTo>
                <a:lnTo>
                  <a:pt x="2672420" y="349608"/>
                </a:lnTo>
                <a:lnTo>
                  <a:pt x="3057677" y="383588"/>
                </a:lnTo>
                <a:lnTo>
                  <a:pt x="3464880" y="414415"/>
                </a:lnTo>
                <a:lnTo>
                  <a:pt x="3889151" y="443841"/>
                </a:lnTo>
                <a:lnTo>
                  <a:pt x="4331709" y="471515"/>
                </a:lnTo>
                <a:lnTo>
                  <a:pt x="4558475" y="481324"/>
                </a:lnTo>
                <a:lnTo>
                  <a:pt x="4790117" y="492183"/>
                </a:lnTo>
                <a:lnTo>
                  <a:pt x="5025417" y="502342"/>
                </a:lnTo>
                <a:lnTo>
                  <a:pt x="5261936" y="508998"/>
                </a:lnTo>
                <a:lnTo>
                  <a:pt x="5503331" y="514953"/>
                </a:lnTo>
                <a:lnTo>
                  <a:pt x="5747166" y="521259"/>
                </a:lnTo>
                <a:lnTo>
                  <a:pt x="5995876" y="525463"/>
                </a:lnTo>
                <a:lnTo>
                  <a:pt x="6247025" y="525463"/>
                </a:lnTo>
                <a:lnTo>
                  <a:pt x="6500612" y="527565"/>
                </a:lnTo>
                <a:lnTo>
                  <a:pt x="6756638" y="525463"/>
                </a:lnTo>
                <a:lnTo>
                  <a:pt x="7016321" y="521259"/>
                </a:lnTo>
                <a:lnTo>
                  <a:pt x="7276004" y="517406"/>
                </a:lnTo>
                <a:lnTo>
                  <a:pt x="7539344" y="508998"/>
                </a:lnTo>
                <a:lnTo>
                  <a:pt x="7805123" y="500241"/>
                </a:lnTo>
                <a:lnTo>
                  <a:pt x="8070902" y="490082"/>
                </a:lnTo>
                <a:lnTo>
                  <a:pt x="8339120" y="475719"/>
                </a:lnTo>
                <a:lnTo>
                  <a:pt x="8609775" y="458554"/>
                </a:lnTo>
                <a:lnTo>
                  <a:pt x="8881650" y="442089"/>
                </a:lnTo>
                <a:lnTo>
                  <a:pt x="9153525" y="421071"/>
                </a:lnTo>
                <a:lnTo>
                  <a:pt x="9429057" y="395849"/>
                </a:lnTo>
                <a:lnTo>
                  <a:pt x="9700932" y="370626"/>
                </a:lnTo>
                <a:lnTo>
                  <a:pt x="9977683" y="341551"/>
                </a:lnTo>
                <a:lnTo>
                  <a:pt x="10255654" y="309673"/>
                </a:lnTo>
                <a:lnTo>
                  <a:pt x="10529967" y="276043"/>
                </a:lnTo>
                <a:lnTo>
                  <a:pt x="10807938" y="236809"/>
                </a:lnTo>
                <a:lnTo>
                  <a:pt x="11084689" y="194772"/>
                </a:lnTo>
                <a:lnTo>
                  <a:pt x="11362660" y="153085"/>
                </a:lnTo>
                <a:lnTo>
                  <a:pt x="11639411" y="104392"/>
                </a:lnTo>
                <a:lnTo>
                  <a:pt x="11914944" y="54648"/>
                </a:lnTo>
                <a:lnTo>
                  <a:pt x="12191695" y="2452"/>
                </a:lnTo>
                <a:lnTo>
                  <a:pt x="12191695" y="2162231"/>
                </a:lnTo>
                <a:lnTo>
                  <a:pt x="12192417" y="2162231"/>
                </a:lnTo>
                <a:lnTo>
                  <a:pt x="12192417" y="5095933"/>
                </a:lnTo>
                <a:lnTo>
                  <a:pt x="0" y="5095933"/>
                </a:lnTo>
                <a:lnTo>
                  <a:pt x="0" y="2791958"/>
                </a:lnTo>
                <a:lnTo>
                  <a:pt x="0" y="2162231"/>
                </a:lnTo>
                <a:close/>
              </a:path>
            </a:pathLst>
          </a:custGeom>
          <a:ln>
            <a:noFill/>
          </a:ln>
        </p:spPr>
        <p:txBody>
          <a:bodyPr/>
          <a:lstStyle/>
          <a:p>
            <a:endParaRPr lang="en-IN"/>
          </a:p>
        </p:txBody>
      </p:sp>
      <p:sp>
        <p:nvSpPr>
          <p:cNvPr id="2" name="Title 1">
            <a:extLst>
              <a:ext uri="{FF2B5EF4-FFF2-40B4-BE49-F238E27FC236}">
                <a16:creationId xmlns:a16="http://schemas.microsoft.com/office/drawing/2014/main" id="{74B2BDCE-6A9B-151E-43BA-DD1460D7BBF3}"/>
              </a:ext>
            </a:extLst>
          </p:cNvPr>
          <p:cNvSpPr>
            <a:spLocks noGrp="1"/>
          </p:cNvSpPr>
          <p:nvPr>
            <p:ph type="title"/>
          </p:nvPr>
        </p:nvSpPr>
        <p:spPr>
          <a:xfrm>
            <a:off x="1103312" y="679137"/>
            <a:ext cx="8947522" cy="924315"/>
          </a:xfrm>
        </p:spPr>
        <p:txBody>
          <a:bodyPr anchor="ctr">
            <a:noAutofit/>
          </a:bodyPr>
          <a:lstStyle/>
          <a:p>
            <a:r>
              <a:rPr lang="en-IN" sz="3400" b="1" dirty="0">
                <a:solidFill>
                  <a:schemeClr val="tx1"/>
                </a:solidFill>
                <a:latin typeface="Corbel" panose="020B0503020204020204" pitchFamily="34" charset="0"/>
              </a:rPr>
              <a:t>The Deep RL Advantage</a:t>
            </a:r>
            <a:br>
              <a:rPr lang="en-IN" sz="3400" b="1" dirty="0">
                <a:solidFill>
                  <a:schemeClr val="tx1"/>
                </a:solidFill>
                <a:latin typeface="Corbel" panose="020B0503020204020204" pitchFamily="34" charset="0"/>
              </a:rPr>
            </a:br>
            <a:endParaRPr lang="en-IN" sz="3400" dirty="0">
              <a:solidFill>
                <a:schemeClr val="tx1"/>
              </a:solidFill>
              <a:latin typeface="Corbel" panose="020B0503020204020204" pitchFamily="34" charset="0"/>
            </a:endParaRPr>
          </a:p>
        </p:txBody>
      </p:sp>
      <p:sp>
        <p:nvSpPr>
          <p:cNvPr id="17" name="Content Placeholder 2">
            <a:extLst>
              <a:ext uri="{FF2B5EF4-FFF2-40B4-BE49-F238E27FC236}">
                <a16:creationId xmlns:a16="http://schemas.microsoft.com/office/drawing/2014/main" id="{E669D8D3-3A3D-2A2A-36DB-90F59C9750EC}"/>
              </a:ext>
            </a:extLst>
          </p:cNvPr>
          <p:cNvSpPr>
            <a:spLocks noGrp="1"/>
          </p:cNvSpPr>
          <p:nvPr>
            <p:ph idx="1"/>
          </p:nvPr>
        </p:nvSpPr>
        <p:spPr>
          <a:xfrm>
            <a:off x="1103312" y="1556657"/>
            <a:ext cx="8946541" cy="3841113"/>
          </a:xfrm>
        </p:spPr>
        <p:txBody>
          <a:bodyPr>
            <a:normAutofit fontScale="92500" lnSpcReduction="20000"/>
          </a:bodyPr>
          <a:lstStyle/>
          <a:p>
            <a:pPr algn="just">
              <a:lnSpc>
                <a:spcPct val="90000"/>
              </a:lnSpc>
            </a:pPr>
            <a:r>
              <a:rPr lang="en-IN" sz="2400" b="1" dirty="0">
                <a:latin typeface="Corbel Light" panose="020B0303020204020204" pitchFamily="34" charset="0"/>
              </a:rPr>
              <a:t>Adaptive Learning</a:t>
            </a:r>
          </a:p>
          <a:p>
            <a:pPr marL="0" indent="0" algn="just">
              <a:lnSpc>
                <a:spcPct val="90000"/>
              </a:lnSpc>
              <a:buNone/>
            </a:pPr>
            <a:r>
              <a:rPr lang="en-US" sz="2400" dirty="0">
                <a:latin typeface="Corbel Light" panose="020B0303020204020204" pitchFamily="34" charset="0"/>
              </a:rPr>
              <a:t>Unlike static rules (FIFO/SPT), a Deep RL agent learns an optimal *policy* from experience. It adapts its strategy to the current, complex state of the *entire* shop</a:t>
            </a:r>
          </a:p>
          <a:p>
            <a:pPr algn="just">
              <a:lnSpc>
                <a:spcPct val="90000"/>
              </a:lnSpc>
            </a:pPr>
            <a:r>
              <a:rPr lang="en-US" sz="2400" b="1" dirty="0">
                <a:latin typeface="Corbel Light" panose="020B0303020204020204" pitchFamily="34" charset="0"/>
              </a:rPr>
              <a:t>Far-Sighted Strategy</a:t>
            </a:r>
          </a:p>
          <a:p>
            <a:pPr marL="0" indent="0" algn="just">
              <a:lnSpc>
                <a:spcPct val="90000"/>
              </a:lnSpc>
              <a:buNone/>
            </a:pPr>
            <a:r>
              <a:rPr lang="en-US" sz="2400" dirty="0">
                <a:latin typeface="Corbel Light" panose="020B0303020204020204" pitchFamily="34" charset="0"/>
              </a:rPr>
              <a:t>Heuristics are myopic(e.g., SPT only looks at the next step). Deep RL learns to maximize long-term rewards (the final </a:t>
            </a:r>
            <a:r>
              <a:rPr lang="en-US" sz="2400" dirty="0" err="1">
                <a:latin typeface="Corbel Light" panose="020B0303020204020204" pitchFamily="34" charset="0"/>
              </a:rPr>
              <a:t>makespan</a:t>
            </a:r>
            <a:r>
              <a:rPr lang="en-US" sz="2400" dirty="0">
                <a:latin typeface="Corbel Light" panose="020B0303020204020204" pitchFamily="34" charset="0"/>
              </a:rPr>
              <a:t>), not just the immediate, greedy choice.</a:t>
            </a:r>
          </a:p>
          <a:p>
            <a:pPr algn="just">
              <a:lnSpc>
                <a:spcPct val="90000"/>
              </a:lnSpc>
            </a:pPr>
            <a:r>
              <a:rPr lang="en-US" sz="2400" b="1" dirty="0">
                <a:latin typeface="Corbel Light" panose="020B0303020204020204" pitchFamily="34" charset="0"/>
              </a:rPr>
              <a:t>Real-Time &amp; Generalized</a:t>
            </a:r>
          </a:p>
          <a:p>
            <a:pPr marL="0" indent="0" algn="just">
              <a:lnSpc>
                <a:spcPct val="90000"/>
              </a:lnSpc>
              <a:buNone/>
            </a:pPr>
            <a:r>
              <a:rPr lang="en-US" sz="2400" dirty="0">
                <a:latin typeface="Corbel Light" panose="020B0303020204020204" pitchFamily="34" charset="0"/>
              </a:rPr>
              <a:t>Metaheuristics (like ACO) must re-run a slow search for each new problem. A trained Deep RL agent generalizes and provides an instant, high-quality decision for any state.</a:t>
            </a:r>
          </a:p>
          <a:p>
            <a:pPr marL="0" indent="0">
              <a:lnSpc>
                <a:spcPct val="90000"/>
              </a:lnSpc>
              <a:buNone/>
            </a:pPr>
            <a:endParaRPr lang="en-US" sz="1700" dirty="0"/>
          </a:p>
          <a:p>
            <a:pPr>
              <a:lnSpc>
                <a:spcPct val="90000"/>
              </a:lnSpc>
            </a:pPr>
            <a:endParaRPr lang="en-IN" sz="1700" dirty="0"/>
          </a:p>
        </p:txBody>
      </p:sp>
      <p:sp>
        <p:nvSpPr>
          <p:cNvPr id="3" name="TextBox 2">
            <a:extLst>
              <a:ext uri="{FF2B5EF4-FFF2-40B4-BE49-F238E27FC236}">
                <a16:creationId xmlns:a16="http://schemas.microsoft.com/office/drawing/2014/main" id="{548DF2B6-8DBA-FAD4-4115-D477759BA18B}"/>
              </a:ext>
            </a:extLst>
          </p:cNvPr>
          <p:cNvSpPr txBox="1"/>
          <p:nvPr/>
        </p:nvSpPr>
        <p:spPr>
          <a:xfrm>
            <a:off x="1103312" y="5397770"/>
            <a:ext cx="9334500" cy="924372"/>
          </a:xfrm>
          <a:prstGeom prst="rect">
            <a:avLst/>
          </a:prstGeom>
          <a:noFill/>
        </p:spPr>
        <p:txBody>
          <a:bodyPr wrap="square" rtlCol="0">
            <a:spAutoFit/>
          </a:bodyPr>
          <a:lstStyle/>
          <a:p>
            <a:r>
              <a:rPr lang="en-US" b="1" dirty="0">
                <a:solidFill>
                  <a:srgbClr val="FFC000"/>
                </a:solidFill>
              </a:rPr>
              <a:t>Source</a:t>
            </a:r>
            <a:r>
              <a:rPr lang="en-US" dirty="0"/>
              <a:t>: </a:t>
            </a:r>
            <a:r>
              <a:rPr lang="en-US" dirty="0">
                <a:hlinkClick r:id="rId2"/>
              </a:rPr>
              <a:t>da Cunha and de Madureira, "A Multi-Agent </a:t>
            </a:r>
            <a:r>
              <a:rPr lang="en-US" dirty="0" err="1">
                <a:hlinkClick r:id="rId2"/>
              </a:rPr>
              <a:t>ReinforcementLearning</a:t>
            </a:r>
            <a:r>
              <a:rPr lang="en-US" dirty="0">
                <a:hlinkClick r:id="rId2"/>
              </a:rPr>
              <a:t> Approach...," Sustainability, 2023. Available: https://www.mdpi.com/2071-1050/15/10/8262 </a:t>
            </a:r>
            <a:endParaRPr lang="en-IN" dirty="0"/>
          </a:p>
        </p:txBody>
      </p:sp>
    </p:spTree>
    <p:extLst>
      <p:ext uri="{BB962C8B-B14F-4D97-AF65-F5344CB8AC3E}">
        <p14:creationId xmlns:p14="http://schemas.microsoft.com/office/powerpoint/2010/main" val="25887347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4" descr="image.png"/>
          <p:cNvPicPr preferRelativeResize="0"/>
          <p:nvPr/>
        </p:nvPicPr>
        <p:blipFill rotWithShape="1">
          <a:blip r:embed="rId3">
            <a:alphaModFix/>
          </a:blip>
          <a:srcRect/>
          <a:stretch/>
        </p:blipFill>
        <p:spPr>
          <a:xfrm>
            <a:off x="598494" y="2310765"/>
            <a:ext cx="3422600" cy="3152775"/>
          </a:xfrm>
          <a:prstGeom prst="rect">
            <a:avLst/>
          </a:prstGeom>
          <a:noFill/>
          <a:ln>
            <a:noFill/>
          </a:ln>
        </p:spPr>
      </p:pic>
      <p:pic>
        <p:nvPicPr>
          <p:cNvPr id="93" name="Google Shape;93;p14" descr="image.png"/>
          <p:cNvPicPr preferRelativeResize="0"/>
          <p:nvPr/>
        </p:nvPicPr>
        <p:blipFill rotWithShape="1">
          <a:blip r:embed="rId4">
            <a:alphaModFix/>
          </a:blip>
          <a:srcRect/>
          <a:stretch/>
        </p:blipFill>
        <p:spPr>
          <a:xfrm>
            <a:off x="4327051" y="2328861"/>
            <a:ext cx="3422600" cy="3152775"/>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8069182" y="2328861"/>
            <a:ext cx="3422600" cy="3152775"/>
          </a:xfrm>
          <a:prstGeom prst="rect">
            <a:avLst/>
          </a:prstGeom>
          <a:noFill/>
          <a:ln>
            <a:noFill/>
          </a:ln>
        </p:spPr>
      </p:pic>
      <p:sp>
        <p:nvSpPr>
          <p:cNvPr id="95" name="Google Shape;95;p14"/>
          <p:cNvSpPr txBox="1"/>
          <p:nvPr/>
        </p:nvSpPr>
        <p:spPr>
          <a:xfrm>
            <a:off x="1138580" y="3262312"/>
            <a:ext cx="2520315"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22D3EE"/>
                </a:solidFill>
                <a:latin typeface="Poppins"/>
                <a:ea typeface="Poppins"/>
                <a:cs typeface="Poppins"/>
                <a:sym typeface="Poppins"/>
              </a:rPr>
              <a:t>Python Environment</a:t>
            </a:r>
            <a:endParaRPr dirty="0"/>
          </a:p>
        </p:txBody>
      </p:sp>
      <p:sp>
        <p:nvSpPr>
          <p:cNvPr id="96" name="Google Shape;96;p14"/>
          <p:cNvSpPr txBox="1"/>
          <p:nvPr/>
        </p:nvSpPr>
        <p:spPr>
          <a:xfrm>
            <a:off x="876225" y="3910964"/>
            <a:ext cx="2832050" cy="98488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0" i="0" u="none" strike="noStrike" cap="none" dirty="0">
                <a:solidFill>
                  <a:srgbClr val="D1D5DB"/>
                </a:solidFill>
                <a:latin typeface="Corbel" panose="020B0503020204020204" pitchFamily="34" charset="0"/>
                <a:ea typeface="Lato"/>
                <a:cs typeface="Lato"/>
                <a:sym typeface="Lato"/>
              </a:rPr>
              <a:t>Developed a robust, discrete-event simulation environment for the job shop scheduling problem (JSSP).</a:t>
            </a:r>
            <a:endParaRPr sz="1600" dirty="0">
              <a:latin typeface="Corbel" panose="020B0503020204020204" pitchFamily="34" charset="0"/>
            </a:endParaRPr>
          </a:p>
        </p:txBody>
      </p:sp>
      <p:sp>
        <p:nvSpPr>
          <p:cNvPr id="97" name="Google Shape;97;p14"/>
          <p:cNvSpPr txBox="1"/>
          <p:nvPr/>
        </p:nvSpPr>
        <p:spPr>
          <a:xfrm>
            <a:off x="4930705" y="3338512"/>
            <a:ext cx="2330291"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dirty="0">
                <a:solidFill>
                  <a:srgbClr val="22D3EE"/>
                </a:solidFill>
                <a:latin typeface="Poppins"/>
                <a:ea typeface="Poppins"/>
                <a:cs typeface="Poppins"/>
                <a:sym typeface="Poppins"/>
              </a:rPr>
              <a:t>Baseline Heuristics</a:t>
            </a:r>
            <a:endParaRPr dirty="0"/>
          </a:p>
        </p:txBody>
      </p:sp>
      <p:sp>
        <p:nvSpPr>
          <p:cNvPr id="98" name="Google Shape;98;p14"/>
          <p:cNvSpPr txBox="1"/>
          <p:nvPr/>
        </p:nvSpPr>
        <p:spPr>
          <a:xfrm>
            <a:off x="4679825" y="3905249"/>
            <a:ext cx="2832050" cy="984885"/>
          </a:xfrm>
          <a:prstGeom prst="rect">
            <a:avLst/>
          </a:prstGeom>
          <a:noFill/>
          <a:ln>
            <a:noFill/>
          </a:ln>
        </p:spPr>
        <p:txBody>
          <a:bodyPr spcFirstLastPara="1" wrap="square" lIns="0" tIns="0" rIns="0" bIns="0" anchor="t" anchorCtr="0">
            <a:spAutoFit/>
          </a:bodyPr>
          <a:lstStyle/>
          <a:p>
            <a:pPr marL="0" marR="0" lvl="0" indent="0" algn="just" rtl="0">
              <a:spcBef>
                <a:spcPts val="0"/>
              </a:spcBef>
              <a:spcAft>
                <a:spcPts val="0"/>
              </a:spcAft>
              <a:buNone/>
            </a:pPr>
            <a:r>
              <a:rPr lang="en-US" sz="1600" b="1" i="0" u="none" strike="noStrike" cap="none" dirty="0">
                <a:solidFill>
                  <a:srgbClr val="D1D5DB"/>
                </a:solidFill>
                <a:latin typeface="Corbel Light" panose="020B0303020204020204" pitchFamily="34" charset="0"/>
                <a:ea typeface="Lato"/>
                <a:cs typeface="Lato"/>
                <a:sym typeface="Lato"/>
              </a:rPr>
              <a:t>Implemented and benchmarked standard dispatching rules: First-In, First-Out (FIFO) and Shortest Processing Time (STO).</a:t>
            </a:r>
            <a:endParaRPr sz="1600" b="1" dirty="0">
              <a:latin typeface="Corbel Light" panose="020B0303020204020204" pitchFamily="34" charset="0"/>
            </a:endParaRPr>
          </a:p>
        </p:txBody>
      </p:sp>
      <p:pic>
        <p:nvPicPr>
          <p:cNvPr id="101" name="Google Shape;101;p14" descr="image.png"/>
          <p:cNvPicPr preferRelativeResize="0"/>
          <p:nvPr/>
        </p:nvPicPr>
        <p:blipFill rotWithShape="1">
          <a:blip r:embed="rId5">
            <a:alphaModFix/>
          </a:blip>
          <a:srcRect/>
          <a:stretch/>
        </p:blipFill>
        <p:spPr>
          <a:xfrm>
            <a:off x="2006500" y="2643187"/>
            <a:ext cx="571500" cy="457200"/>
          </a:xfrm>
          <a:prstGeom prst="rect">
            <a:avLst/>
          </a:prstGeom>
          <a:noFill/>
          <a:ln>
            <a:noFill/>
          </a:ln>
        </p:spPr>
      </p:pic>
      <p:pic>
        <p:nvPicPr>
          <p:cNvPr id="102" name="Google Shape;102;p14" descr="image.png"/>
          <p:cNvPicPr preferRelativeResize="0"/>
          <p:nvPr/>
        </p:nvPicPr>
        <p:blipFill rotWithShape="1">
          <a:blip r:embed="rId6">
            <a:alphaModFix/>
          </a:blip>
          <a:srcRect/>
          <a:stretch/>
        </p:blipFill>
        <p:spPr>
          <a:xfrm>
            <a:off x="5924401" y="2643187"/>
            <a:ext cx="342900" cy="457200"/>
          </a:xfrm>
          <a:prstGeom prst="rect">
            <a:avLst/>
          </a:prstGeom>
          <a:noFill/>
          <a:ln>
            <a:noFill/>
          </a:ln>
        </p:spPr>
      </p:pic>
      <p:sp>
        <p:nvSpPr>
          <p:cNvPr id="104" name="Google Shape;104;p14"/>
          <p:cNvSpPr txBox="1"/>
          <p:nvPr/>
        </p:nvSpPr>
        <p:spPr>
          <a:xfrm>
            <a:off x="610553" y="1018222"/>
            <a:ext cx="11581447" cy="49244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200" b="1" i="0" u="none" strike="noStrike" cap="none" dirty="0">
                <a:latin typeface="Corbel" panose="020B0503020204020204" pitchFamily="34" charset="0"/>
                <a:ea typeface="Poppins"/>
                <a:cs typeface="Poppins"/>
                <a:sym typeface="Poppins"/>
              </a:rPr>
              <a:t>Completed Milestones</a:t>
            </a:r>
            <a:endParaRPr sz="3200" dirty="0">
              <a:latin typeface="Corbel" panose="020B0503020204020204" pitchFamily="34" charset="0"/>
            </a:endParaRPr>
          </a:p>
        </p:txBody>
      </p:sp>
      <p:sp>
        <p:nvSpPr>
          <p:cNvPr id="2" name="TextBox 1">
            <a:extLst>
              <a:ext uri="{FF2B5EF4-FFF2-40B4-BE49-F238E27FC236}">
                <a16:creationId xmlns:a16="http://schemas.microsoft.com/office/drawing/2014/main" id="{CF6A3920-5340-23AC-84CB-2DC16D5EF450}"/>
              </a:ext>
            </a:extLst>
          </p:cNvPr>
          <p:cNvSpPr txBox="1"/>
          <p:nvPr/>
        </p:nvSpPr>
        <p:spPr>
          <a:xfrm>
            <a:off x="511277" y="6361471"/>
            <a:ext cx="2066723" cy="406338"/>
          </a:xfrm>
          <a:prstGeom prst="rect">
            <a:avLst/>
          </a:prstGeom>
          <a:noFill/>
        </p:spPr>
        <p:txBody>
          <a:bodyPr wrap="square" rtlCol="0">
            <a:spAutoFit/>
          </a:bodyPr>
          <a:lstStyle/>
          <a:p>
            <a:endParaRPr lang="en-IN" dirty="0"/>
          </a:p>
        </p:txBody>
      </p:sp>
      <p:sp>
        <p:nvSpPr>
          <p:cNvPr id="7" name="Google Shape;97;p14">
            <a:extLst>
              <a:ext uri="{FF2B5EF4-FFF2-40B4-BE49-F238E27FC236}">
                <a16:creationId xmlns:a16="http://schemas.microsoft.com/office/drawing/2014/main" id="{C87BA8E1-3361-C34F-D1E8-1A4D4724F456}"/>
              </a:ext>
            </a:extLst>
          </p:cNvPr>
          <p:cNvSpPr txBox="1"/>
          <p:nvPr/>
        </p:nvSpPr>
        <p:spPr>
          <a:xfrm>
            <a:off x="8524397" y="3262311"/>
            <a:ext cx="2330291" cy="276999"/>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b="1" dirty="0">
                <a:solidFill>
                  <a:srgbClr val="22D3EE"/>
                </a:solidFill>
                <a:latin typeface="Poppins"/>
                <a:ea typeface="Poppins"/>
                <a:cs typeface="Poppins"/>
                <a:sym typeface="Poppins"/>
              </a:rPr>
              <a:t>Baseline Results</a:t>
            </a:r>
            <a:r>
              <a:rPr lang="en-US" sz="1800" b="1" i="0" u="none" strike="noStrike" cap="none" dirty="0">
                <a:solidFill>
                  <a:srgbClr val="22D3EE"/>
                </a:solidFill>
                <a:latin typeface="Poppins"/>
                <a:ea typeface="Poppins"/>
                <a:cs typeface="Poppins"/>
                <a:sym typeface="Poppins"/>
              </a:rPr>
              <a:t> </a:t>
            </a:r>
            <a:endParaRPr dirty="0"/>
          </a:p>
        </p:txBody>
      </p:sp>
      <p:sp>
        <p:nvSpPr>
          <p:cNvPr id="8" name="TextBox 7">
            <a:extLst>
              <a:ext uri="{FF2B5EF4-FFF2-40B4-BE49-F238E27FC236}">
                <a16:creationId xmlns:a16="http://schemas.microsoft.com/office/drawing/2014/main" id="{88FF4D03-4354-3354-8D07-A4E2B910FA96}"/>
              </a:ext>
            </a:extLst>
          </p:cNvPr>
          <p:cNvSpPr txBox="1"/>
          <p:nvPr/>
        </p:nvSpPr>
        <p:spPr>
          <a:xfrm>
            <a:off x="8386745" y="3770148"/>
            <a:ext cx="3035567" cy="1815882"/>
          </a:xfrm>
          <a:prstGeom prst="rect">
            <a:avLst/>
          </a:prstGeom>
          <a:noFill/>
        </p:spPr>
        <p:txBody>
          <a:bodyPr wrap="square" rtlCol="0">
            <a:spAutoFit/>
          </a:bodyPr>
          <a:lstStyle/>
          <a:p>
            <a:r>
              <a:rPr lang="en-US" sz="1400" dirty="0"/>
              <a:t>SPT (179 Jobs, 6.9k Tardiness) vastly outperforms FIFO (165 Jobs, 21.8k Tardiness). SPT's high throughput and low tardiness make it the superior baseline for our DRL agent to beat.</a:t>
            </a:r>
          </a:p>
          <a:p>
            <a:br>
              <a:rPr lang="en-US" sz="1400" dirty="0"/>
            </a:br>
            <a:endParaRPr lang="en-IN" sz="1400" dirty="0"/>
          </a:p>
        </p:txBody>
      </p:sp>
      <p:pic>
        <p:nvPicPr>
          <p:cNvPr id="9" name="Google Shape;103;p14">
            <a:extLst>
              <a:ext uri="{FF2B5EF4-FFF2-40B4-BE49-F238E27FC236}">
                <a16:creationId xmlns:a16="http://schemas.microsoft.com/office/drawing/2014/main" id="{222C9D12-7C0C-C346-8026-9A56B2AFC3E6}"/>
              </a:ext>
            </a:extLst>
          </p:cNvPr>
          <p:cNvPicPr preferRelativeResize="0"/>
          <p:nvPr/>
        </p:nvPicPr>
        <p:blipFill rotWithShape="1">
          <a:blip r:embed="rId7">
            <a:alphaModFix/>
          </a:blip>
          <a:srcRect/>
          <a:stretch/>
        </p:blipFill>
        <p:spPr>
          <a:xfrm>
            <a:off x="9523307" y="2643187"/>
            <a:ext cx="514350" cy="55721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34132-08BF-1AB5-FEDC-877C7881E02D}"/>
              </a:ext>
            </a:extLst>
          </p:cNvPr>
          <p:cNvSpPr>
            <a:spLocks noGrp="1"/>
          </p:cNvSpPr>
          <p:nvPr>
            <p:ph type="title"/>
          </p:nvPr>
        </p:nvSpPr>
        <p:spPr>
          <a:xfrm>
            <a:off x="654196" y="1064476"/>
            <a:ext cx="9404723" cy="1400530"/>
          </a:xfrm>
        </p:spPr>
        <p:txBody>
          <a:bodyPr/>
          <a:lstStyle/>
          <a:p>
            <a:pPr algn="just"/>
            <a:r>
              <a:rPr lang="en-US" sz="2400" dirty="0">
                <a:latin typeface="Corbel Light" panose="020B0303020204020204" pitchFamily="34" charset="0"/>
              </a:rPr>
              <a:t>The image compares FIFO and SPT scheduling methods, showing that SPT (Shortest Processing Time) delivers superior performance by completing more jobs (179 vs. 165) and greatly reducing total tardiness (6,996.10 vs. 21,864.55) while maintaining the same </a:t>
            </a:r>
            <a:r>
              <a:rPr lang="en-US" sz="2400" dirty="0" err="1">
                <a:latin typeface="Corbel Light" panose="020B0303020204020204" pitchFamily="34" charset="0"/>
              </a:rPr>
              <a:t>makespan</a:t>
            </a:r>
            <a:r>
              <a:rPr lang="en-US" sz="2400" dirty="0">
                <a:latin typeface="Corbel Light" panose="020B0303020204020204" pitchFamily="34" charset="0"/>
              </a:rPr>
              <a:t> and machine configuration, proving it to be a much more efficient and deadline-focused scheduling strategy.</a:t>
            </a:r>
            <a:endParaRPr lang="en-IN" sz="2400" dirty="0">
              <a:latin typeface="Corbel Light" panose="020B0303020204020204" pitchFamily="34" charset="0"/>
            </a:endParaRPr>
          </a:p>
        </p:txBody>
      </p:sp>
      <p:sp>
        <p:nvSpPr>
          <p:cNvPr id="3" name="TextBox 2">
            <a:extLst>
              <a:ext uri="{FF2B5EF4-FFF2-40B4-BE49-F238E27FC236}">
                <a16:creationId xmlns:a16="http://schemas.microsoft.com/office/drawing/2014/main" id="{E84FC9B2-9AC1-1FE6-D8B2-9ADF92698C57}"/>
              </a:ext>
            </a:extLst>
          </p:cNvPr>
          <p:cNvSpPr txBox="1"/>
          <p:nvPr/>
        </p:nvSpPr>
        <p:spPr>
          <a:xfrm>
            <a:off x="654196" y="326572"/>
            <a:ext cx="3982064" cy="584775"/>
          </a:xfrm>
          <a:prstGeom prst="rect">
            <a:avLst/>
          </a:prstGeom>
          <a:noFill/>
        </p:spPr>
        <p:txBody>
          <a:bodyPr wrap="square" rtlCol="0">
            <a:spAutoFit/>
          </a:bodyPr>
          <a:lstStyle/>
          <a:p>
            <a:r>
              <a:rPr lang="en-US" sz="3200" b="1" dirty="0"/>
              <a:t>Baseline Results:</a:t>
            </a:r>
            <a:endParaRPr lang="en-IN" sz="3200" b="1" dirty="0"/>
          </a:p>
        </p:txBody>
      </p:sp>
      <p:graphicFrame>
        <p:nvGraphicFramePr>
          <p:cNvPr id="5" name="Table 4">
            <a:extLst>
              <a:ext uri="{FF2B5EF4-FFF2-40B4-BE49-F238E27FC236}">
                <a16:creationId xmlns:a16="http://schemas.microsoft.com/office/drawing/2014/main" id="{66A95E00-AEF5-DE75-5212-D1E126EC54E2}"/>
              </a:ext>
            </a:extLst>
          </p:cNvPr>
          <p:cNvGraphicFramePr>
            <a:graphicFrameLocks noGrp="1"/>
          </p:cNvGraphicFramePr>
          <p:nvPr>
            <p:extLst>
              <p:ext uri="{D42A27DB-BD31-4B8C-83A1-F6EECF244321}">
                <p14:modId xmlns:p14="http://schemas.microsoft.com/office/powerpoint/2010/main" val="2671871945"/>
              </p:ext>
            </p:extLst>
          </p:nvPr>
        </p:nvGraphicFramePr>
        <p:xfrm>
          <a:off x="754144" y="3737583"/>
          <a:ext cx="9304774" cy="2055941"/>
        </p:xfrm>
        <a:graphic>
          <a:graphicData uri="http://schemas.openxmlformats.org/drawingml/2006/table">
            <a:tbl>
              <a:tblPr>
                <a:tableStyleId>{5C22544A-7EE6-4342-B048-85BDC9FD1C3A}</a:tableStyleId>
              </a:tblPr>
              <a:tblGrid>
                <a:gridCol w="1727635">
                  <a:extLst>
                    <a:ext uri="{9D8B030D-6E8A-4147-A177-3AD203B41FA5}">
                      <a16:colId xmlns:a16="http://schemas.microsoft.com/office/drawing/2014/main" val="1123063488"/>
                    </a:ext>
                  </a:extLst>
                </a:gridCol>
                <a:gridCol w="1934305">
                  <a:extLst>
                    <a:ext uri="{9D8B030D-6E8A-4147-A177-3AD203B41FA5}">
                      <a16:colId xmlns:a16="http://schemas.microsoft.com/office/drawing/2014/main" val="2446587471"/>
                    </a:ext>
                  </a:extLst>
                </a:gridCol>
                <a:gridCol w="2227786">
                  <a:extLst>
                    <a:ext uri="{9D8B030D-6E8A-4147-A177-3AD203B41FA5}">
                      <a16:colId xmlns:a16="http://schemas.microsoft.com/office/drawing/2014/main" val="4150713077"/>
                    </a:ext>
                  </a:extLst>
                </a:gridCol>
                <a:gridCol w="3415048">
                  <a:extLst>
                    <a:ext uri="{9D8B030D-6E8A-4147-A177-3AD203B41FA5}">
                      <a16:colId xmlns:a16="http://schemas.microsoft.com/office/drawing/2014/main" val="369098891"/>
                    </a:ext>
                  </a:extLst>
                </a:gridCol>
              </a:tblGrid>
              <a:tr h="504467">
                <a:tc>
                  <a:txBody>
                    <a:bodyPr/>
                    <a:lstStyle/>
                    <a:p>
                      <a:pPr algn="ctr" fontAlgn="ctr">
                        <a:buNone/>
                      </a:pPr>
                      <a:r>
                        <a:rPr lang="en-IN" sz="1100" u="none" strike="noStrike" dirty="0">
                          <a:effectLst/>
                        </a:rPr>
                        <a:t>Metric</a:t>
                      </a:r>
                      <a:endParaRPr lang="en-IN" sz="1100" b="1" i="0" u="none" strike="noStrike" dirty="0">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FIFO (First-In, First-Out)</a:t>
                      </a:r>
                      <a:endParaRPr lang="en-IN" sz="1100" b="1"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SPT (Shortest Processing Time)</a:t>
                      </a:r>
                      <a:endParaRPr lang="en-IN" sz="1100" b="1"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Interpretation</a:t>
                      </a:r>
                      <a:endParaRPr lang="en-IN" sz="1100" b="1"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extLst>
                  <a:ext uri="{0D108BD9-81ED-4DB2-BD59-A6C34878D82A}">
                    <a16:rowId xmlns:a16="http://schemas.microsoft.com/office/drawing/2014/main" val="1249802455"/>
                  </a:ext>
                </a:extLst>
              </a:tr>
              <a:tr h="390248">
                <a:tc>
                  <a:txBody>
                    <a:bodyPr/>
                    <a:lstStyle/>
                    <a:p>
                      <a:pPr algn="l" fontAlgn="ctr">
                        <a:buNone/>
                      </a:pPr>
                      <a:r>
                        <a:rPr lang="en-US" sz="1100" u="none" strike="noStrike">
                          <a:effectLst/>
                        </a:rPr>
                        <a:t>1. Number of Jobs Completed</a:t>
                      </a:r>
                      <a:endParaRPr lang="en-US" sz="1100" b="1"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dirty="0">
                          <a:effectLst/>
                        </a:rPr>
                        <a:t>165</a:t>
                      </a:r>
                      <a:endParaRPr lang="en-IN" sz="1100" b="0" i="0" u="none" strike="noStrike" dirty="0">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dirty="0">
                          <a:effectLst/>
                        </a:rPr>
                        <a:t>179</a:t>
                      </a:r>
                      <a:endParaRPr lang="en-IN" sz="1100" b="0" i="0" u="none" strike="noStrike" dirty="0">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l" fontAlgn="ctr">
                        <a:buNone/>
                      </a:pPr>
                      <a:r>
                        <a:rPr lang="en-US" sz="1100" u="none" strike="noStrike">
                          <a:effectLst/>
                        </a:rPr>
                        <a:t>SPT is significantly better at throughput.</a:t>
                      </a:r>
                      <a:endParaRPr lang="en-US"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extLst>
                  <a:ext uri="{0D108BD9-81ED-4DB2-BD59-A6C34878D82A}">
                    <a16:rowId xmlns:a16="http://schemas.microsoft.com/office/drawing/2014/main" val="2609086229"/>
                  </a:ext>
                </a:extLst>
              </a:tr>
              <a:tr h="390248">
                <a:tc>
                  <a:txBody>
                    <a:bodyPr/>
                    <a:lstStyle/>
                    <a:p>
                      <a:pPr algn="l" fontAlgn="ctr">
                        <a:buNone/>
                      </a:pPr>
                      <a:r>
                        <a:rPr lang="en-IN" sz="1100" u="none" strike="noStrike">
                          <a:effectLst/>
                        </a:rPr>
                        <a:t>2. Total Tardiness</a:t>
                      </a:r>
                      <a:endParaRPr lang="en-IN" sz="1100" b="1"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21864.55</a:t>
                      </a:r>
                      <a:endParaRPr lang="en-IN"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dirty="0">
                          <a:effectLst/>
                        </a:rPr>
                        <a:t>6996.1</a:t>
                      </a:r>
                      <a:endParaRPr lang="en-IN" sz="1100" b="0" i="0" u="none" strike="noStrike" dirty="0">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l" fontAlgn="ctr">
                        <a:buNone/>
                      </a:pPr>
                      <a:r>
                        <a:rPr lang="en-US" sz="1100" u="none" strike="noStrike">
                          <a:effectLst/>
                        </a:rPr>
                        <a:t>SPT is dramatically better at meeting deadlines.(ATUs)</a:t>
                      </a:r>
                      <a:endParaRPr lang="en-US"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extLst>
                  <a:ext uri="{0D108BD9-81ED-4DB2-BD59-A6C34878D82A}">
                    <a16:rowId xmlns:a16="http://schemas.microsoft.com/office/drawing/2014/main" val="1239512004"/>
                  </a:ext>
                </a:extLst>
              </a:tr>
              <a:tr h="390248">
                <a:tc>
                  <a:txBody>
                    <a:bodyPr/>
                    <a:lstStyle/>
                    <a:p>
                      <a:pPr algn="l" fontAlgn="ctr">
                        <a:buNone/>
                      </a:pPr>
                      <a:r>
                        <a:rPr lang="en-IN" sz="1100" u="none" strike="noStrike">
                          <a:effectLst/>
                        </a:rPr>
                        <a:t>3. Makespan (Sim Time)</a:t>
                      </a:r>
                      <a:endParaRPr lang="en-IN" sz="1100" b="1"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1000</a:t>
                      </a:r>
                      <a:endParaRPr lang="en-IN"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1000</a:t>
                      </a:r>
                      <a:endParaRPr lang="en-IN"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l" fontAlgn="ctr">
                        <a:buNone/>
                      </a:pPr>
                      <a:r>
                        <a:rPr lang="en-US" sz="1100" u="none" strike="noStrike">
                          <a:effectLst/>
                        </a:rPr>
                        <a:t>Simulation run time is constant.(ATUs)</a:t>
                      </a:r>
                      <a:endParaRPr lang="en-US"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extLst>
                  <a:ext uri="{0D108BD9-81ED-4DB2-BD59-A6C34878D82A}">
                    <a16:rowId xmlns:a16="http://schemas.microsoft.com/office/drawing/2014/main" val="4226695894"/>
                  </a:ext>
                </a:extLst>
              </a:tr>
              <a:tr h="380730">
                <a:tc>
                  <a:txBody>
                    <a:bodyPr/>
                    <a:lstStyle/>
                    <a:p>
                      <a:pPr algn="l" fontAlgn="ctr">
                        <a:buNone/>
                      </a:pPr>
                      <a:r>
                        <a:rPr lang="en-IN" sz="1100" u="none" strike="noStrike" dirty="0">
                          <a:effectLst/>
                        </a:rPr>
                        <a:t>4. Machines Used</a:t>
                      </a:r>
                      <a:endParaRPr lang="en-IN" sz="1100" b="1" i="0" u="none" strike="noStrike" dirty="0">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3</a:t>
                      </a:r>
                      <a:endParaRPr lang="en-IN"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ctr" fontAlgn="ctr">
                        <a:buNone/>
                      </a:pPr>
                      <a:r>
                        <a:rPr lang="en-IN" sz="1100" u="none" strike="noStrike">
                          <a:effectLst/>
                        </a:rPr>
                        <a:t>3</a:t>
                      </a:r>
                      <a:endParaRPr lang="en-IN" sz="1100" b="0" i="0" u="none" strike="noStrike">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tc>
                  <a:txBody>
                    <a:bodyPr/>
                    <a:lstStyle/>
                    <a:p>
                      <a:pPr algn="l" fontAlgn="ctr">
                        <a:buNone/>
                      </a:pPr>
                      <a:r>
                        <a:rPr lang="en-IN" sz="1100" u="none" strike="noStrike" dirty="0">
                          <a:effectLst/>
                        </a:rPr>
                        <a:t>Configuration is identical.</a:t>
                      </a:r>
                      <a:endParaRPr lang="en-IN" sz="1100" b="0" i="0" u="none" strike="noStrike" dirty="0">
                        <a:solidFill>
                          <a:srgbClr val="000000"/>
                        </a:solidFill>
                        <a:effectLst/>
                        <a:latin typeface="Times New Roman" panose="02020603050405020304" pitchFamily="18" charset="0"/>
                      </a:endParaRPr>
                    </a:p>
                  </a:txBody>
                  <a:tcPr marL="9518" marR="9518" marT="9518" marB="0" anchor="ctr">
                    <a:solidFill>
                      <a:schemeClr val="bg2">
                        <a:lumMod val="20000"/>
                        <a:lumOff val="80000"/>
                      </a:schemeClr>
                    </a:solidFill>
                  </a:tcPr>
                </a:tc>
                <a:extLst>
                  <a:ext uri="{0D108BD9-81ED-4DB2-BD59-A6C34878D82A}">
                    <a16:rowId xmlns:a16="http://schemas.microsoft.com/office/drawing/2014/main" val="770824879"/>
                  </a:ext>
                </a:extLst>
              </a:tr>
            </a:tbl>
          </a:graphicData>
        </a:graphic>
      </p:graphicFrame>
    </p:spTree>
    <p:extLst>
      <p:ext uri="{BB962C8B-B14F-4D97-AF65-F5344CB8AC3E}">
        <p14:creationId xmlns:p14="http://schemas.microsoft.com/office/powerpoint/2010/main" val="36292534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BE6F9A3-300E-47F5-B41C-C8C5E758D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C13E9D-140A-D834-8E5B-6E2A25CE4794}"/>
              </a:ext>
            </a:extLst>
          </p:cNvPr>
          <p:cNvSpPr>
            <a:spLocks noGrp="1"/>
          </p:cNvSpPr>
          <p:nvPr>
            <p:ph type="title"/>
          </p:nvPr>
        </p:nvSpPr>
        <p:spPr>
          <a:xfrm>
            <a:off x="648929" y="1063417"/>
            <a:ext cx="3505495" cy="4675396"/>
          </a:xfrm>
        </p:spPr>
        <p:txBody>
          <a:bodyPr anchor="ctr">
            <a:normAutofit/>
          </a:bodyPr>
          <a:lstStyle/>
          <a:p>
            <a:r>
              <a:rPr lang="en-US" sz="4800" b="1" dirty="0">
                <a:solidFill>
                  <a:srgbClr val="F2F2F2"/>
                </a:solidFill>
                <a:latin typeface="Corbel" panose="020B0503020204020204" pitchFamily="34" charset="0"/>
              </a:rPr>
              <a:t>Future Work and Next Steps</a:t>
            </a:r>
            <a:br>
              <a:rPr lang="en-US" sz="4800" b="1" dirty="0">
                <a:solidFill>
                  <a:srgbClr val="F2F2F2"/>
                </a:solidFill>
                <a:latin typeface="Corbel" panose="020B0503020204020204" pitchFamily="34" charset="0"/>
              </a:rPr>
            </a:br>
            <a:br>
              <a:rPr lang="en-US" sz="4800" dirty="0">
                <a:solidFill>
                  <a:srgbClr val="F2F2F2"/>
                </a:solidFill>
                <a:latin typeface="Corbel" panose="020B0503020204020204" pitchFamily="34" charset="0"/>
              </a:rPr>
            </a:br>
            <a:endParaRPr lang="en-IN" sz="4800" dirty="0">
              <a:solidFill>
                <a:srgbClr val="F2F2F2"/>
              </a:solidFill>
              <a:latin typeface="Corbel" panose="020B0503020204020204" pitchFamily="34" charset="0"/>
            </a:endParaRPr>
          </a:p>
        </p:txBody>
      </p:sp>
      <p:sp>
        <p:nvSpPr>
          <p:cNvPr id="15" name="Rectangle 14">
            <a:extLst>
              <a:ext uri="{FF2B5EF4-FFF2-40B4-BE49-F238E27FC236}">
                <a16:creationId xmlns:a16="http://schemas.microsoft.com/office/drawing/2014/main" id="{61B4701B-39FE-43B8-86AA-D6B8789C2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Rounded Rectangle 9">
            <a:extLst>
              <a:ext uri="{FF2B5EF4-FFF2-40B4-BE49-F238E27FC236}">
                <a16:creationId xmlns:a16="http://schemas.microsoft.com/office/drawing/2014/main" id="{E9A7EF13-49FA-4355-971A-34B065F35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484632"/>
            <a:ext cx="6584098" cy="5739187"/>
          </a:xfrm>
          <a:prstGeom prst="roundRect">
            <a:avLst>
              <a:gd name="adj" fmla="val 0"/>
            </a:avLst>
          </a:prstGeom>
          <a:ln w="12700" cap="sq">
            <a:solidFill>
              <a:schemeClr val="bg1">
                <a:lumMod val="75000"/>
              </a:schemeClr>
            </a:solidFill>
            <a:miter lim="800000"/>
          </a:ln>
          <a:effectLst>
            <a:outerShdw blurRad="63500" dist="25400" dir="5400000" algn="tl" rotWithShape="0">
              <a:srgbClr val="000000">
                <a:alpha val="39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2CF3C3E-0F7B-4F0C-8EBD-BDD38E9C6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9" name="Content Placeholder 2">
            <a:extLst>
              <a:ext uri="{FF2B5EF4-FFF2-40B4-BE49-F238E27FC236}">
                <a16:creationId xmlns:a16="http://schemas.microsoft.com/office/drawing/2014/main" id="{25E041DB-5F19-AB88-1268-7519948C8CB2}"/>
              </a:ext>
            </a:extLst>
          </p:cNvPr>
          <p:cNvGraphicFramePr/>
          <p:nvPr>
            <p:extLst>
              <p:ext uri="{D42A27DB-BD31-4B8C-83A1-F6EECF244321}">
                <p14:modId xmlns:p14="http://schemas.microsoft.com/office/powerpoint/2010/main" val="477272723"/>
              </p:ext>
            </p:extLst>
          </p:nvPr>
        </p:nvGraphicFramePr>
        <p:xfrm>
          <a:off x="5608638" y="965200"/>
          <a:ext cx="5614987" cy="4773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3905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E78424C-6FD0-41F8-9CAA-5DC19C423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8001"/>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97CC55-A057-A58E-18F6-F0E96CF272BA}"/>
              </a:ext>
            </a:extLst>
          </p:cNvPr>
          <p:cNvSpPr>
            <a:spLocks noGrp="1"/>
          </p:cNvSpPr>
          <p:nvPr>
            <p:ph type="title"/>
          </p:nvPr>
        </p:nvSpPr>
        <p:spPr>
          <a:xfrm>
            <a:off x="643855" y="1447800"/>
            <a:ext cx="3108626" cy="4572000"/>
          </a:xfrm>
        </p:spPr>
        <p:txBody>
          <a:bodyPr anchor="ctr">
            <a:normAutofit/>
          </a:bodyPr>
          <a:lstStyle/>
          <a:p>
            <a:r>
              <a:rPr lang="en-IN" sz="3600" b="1" dirty="0">
                <a:solidFill>
                  <a:srgbClr val="F2F2F2"/>
                </a:solidFill>
                <a:latin typeface="Corbel" panose="020B0503020204020204" pitchFamily="34" charset="0"/>
              </a:rPr>
              <a:t>Project Timeline</a:t>
            </a:r>
            <a:br>
              <a:rPr lang="en-IN" sz="3600" b="1" dirty="0">
                <a:solidFill>
                  <a:srgbClr val="F2F2F2"/>
                </a:solidFill>
                <a:latin typeface="Corbel" panose="020B0503020204020204" pitchFamily="34" charset="0"/>
              </a:rPr>
            </a:br>
            <a:endParaRPr lang="en-IN" sz="3600" dirty="0">
              <a:solidFill>
                <a:srgbClr val="F2F2F2"/>
              </a:solidFill>
              <a:latin typeface="Corbel" panose="020B0503020204020204" pitchFamily="34" charset="0"/>
            </a:endParaRPr>
          </a:p>
        </p:txBody>
      </p:sp>
      <p:sp>
        <p:nvSpPr>
          <p:cNvPr id="18" name="Freeform: Shape 17">
            <a:extLst>
              <a:ext uri="{FF2B5EF4-FFF2-40B4-BE49-F238E27FC236}">
                <a16:creationId xmlns:a16="http://schemas.microsoft.com/office/drawing/2014/main" id="{DD136760-57DC-4301-8BEA-B71AD2D139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61310" y="0"/>
            <a:ext cx="8030690" cy="6858000"/>
          </a:xfrm>
          <a:custGeom>
            <a:avLst/>
            <a:gdLst>
              <a:gd name="connsiteX0" fmla="*/ 1176 w 8030690"/>
              <a:gd name="connsiteY0" fmla="*/ 0 h 6858000"/>
              <a:gd name="connsiteX1" fmla="*/ 1344715 w 8030690"/>
              <a:gd name="connsiteY1" fmla="*/ 0 h 6858000"/>
              <a:gd name="connsiteX2" fmla="*/ 1344715 w 8030690"/>
              <a:gd name="connsiteY2" fmla="*/ 0 h 6858000"/>
              <a:gd name="connsiteX3" fmla="*/ 8030690 w 8030690"/>
              <a:gd name="connsiteY3" fmla="*/ 0 h 6858000"/>
              <a:gd name="connsiteX4" fmla="*/ 8030690 w 8030690"/>
              <a:gd name="connsiteY4" fmla="*/ 6858000 h 6858000"/>
              <a:gd name="connsiteX5" fmla="*/ 477746 w 8030690"/>
              <a:gd name="connsiteY5" fmla="*/ 6858000 h 6858000"/>
              <a:gd name="connsiteX6" fmla="*/ 477746 w 8030690"/>
              <a:gd name="connsiteY6" fmla="*/ 6858000 h 6858000"/>
              <a:gd name="connsiteX7" fmla="*/ 0 w 8030690"/>
              <a:gd name="connsiteY7" fmla="*/ 6858000 h 6858000"/>
              <a:gd name="connsiteX8" fmla="*/ 5883 w 8030690"/>
              <a:gd name="connsiteY8" fmla="*/ 6817538 h 6858000"/>
              <a:gd name="connsiteX9" fmla="*/ 23196 w 8030690"/>
              <a:gd name="connsiteY9" fmla="*/ 6698894 h 6858000"/>
              <a:gd name="connsiteX10" fmla="*/ 35298 w 8030690"/>
              <a:gd name="connsiteY10" fmla="*/ 6612483 h 6858000"/>
              <a:gd name="connsiteX11" fmla="*/ 48073 w 8030690"/>
              <a:gd name="connsiteY11" fmla="*/ 6509613 h 6858000"/>
              <a:gd name="connsiteX12" fmla="*/ 63369 w 8030690"/>
              <a:gd name="connsiteY12" fmla="*/ 6387541 h 6858000"/>
              <a:gd name="connsiteX13" fmla="*/ 79506 w 8030690"/>
              <a:gd name="connsiteY13" fmla="*/ 6252438 h 6858000"/>
              <a:gd name="connsiteX14" fmla="*/ 96483 w 8030690"/>
              <a:gd name="connsiteY14" fmla="*/ 6100191 h 6858000"/>
              <a:gd name="connsiteX15" fmla="*/ 114468 w 8030690"/>
              <a:gd name="connsiteY15" fmla="*/ 5934227 h 6858000"/>
              <a:gd name="connsiteX16" fmla="*/ 132454 w 8030690"/>
              <a:gd name="connsiteY16" fmla="*/ 5753862 h 6858000"/>
              <a:gd name="connsiteX17" fmla="*/ 150775 w 8030690"/>
              <a:gd name="connsiteY17" fmla="*/ 5561838 h 6858000"/>
              <a:gd name="connsiteX18" fmla="*/ 167752 w 8030690"/>
              <a:gd name="connsiteY18" fmla="*/ 5354726 h 6858000"/>
              <a:gd name="connsiteX19" fmla="*/ 184057 w 8030690"/>
              <a:gd name="connsiteY19" fmla="*/ 5138013 h 6858000"/>
              <a:gd name="connsiteX20" fmla="*/ 198849 w 8030690"/>
              <a:gd name="connsiteY20" fmla="*/ 4908956 h 6858000"/>
              <a:gd name="connsiteX21" fmla="*/ 212968 w 8030690"/>
              <a:gd name="connsiteY21" fmla="*/ 4670298 h 6858000"/>
              <a:gd name="connsiteX22" fmla="*/ 226248 w 8030690"/>
              <a:gd name="connsiteY22" fmla="*/ 4421352 h 6858000"/>
              <a:gd name="connsiteX23" fmla="*/ 230954 w 8030690"/>
              <a:gd name="connsiteY23" fmla="*/ 4293793 h 6858000"/>
              <a:gd name="connsiteX24" fmla="*/ 236165 w 8030690"/>
              <a:gd name="connsiteY24" fmla="*/ 4163491 h 6858000"/>
              <a:gd name="connsiteX25" fmla="*/ 241039 w 8030690"/>
              <a:gd name="connsiteY25" fmla="*/ 4031132 h 6858000"/>
              <a:gd name="connsiteX26" fmla="*/ 244233 w 8030690"/>
              <a:gd name="connsiteY26" fmla="*/ 3898087 h 6858000"/>
              <a:gd name="connsiteX27" fmla="*/ 247091 w 8030690"/>
              <a:gd name="connsiteY27" fmla="*/ 3762298 h 6858000"/>
              <a:gd name="connsiteX28" fmla="*/ 250116 w 8030690"/>
              <a:gd name="connsiteY28" fmla="*/ 3625138 h 6858000"/>
              <a:gd name="connsiteX29" fmla="*/ 252133 w 8030690"/>
              <a:gd name="connsiteY29" fmla="*/ 3485235 h 6858000"/>
              <a:gd name="connsiteX30" fmla="*/ 252133 w 8030690"/>
              <a:gd name="connsiteY30" fmla="*/ 3343960 h 6858000"/>
              <a:gd name="connsiteX31" fmla="*/ 253142 w 8030690"/>
              <a:gd name="connsiteY31" fmla="*/ 3201314 h 6858000"/>
              <a:gd name="connsiteX32" fmla="*/ 252133 w 8030690"/>
              <a:gd name="connsiteY32" fmla="*/ 3057296 h 6858000"/>
              <a:gd name="connsiteX33" fmla="*/ 250116 w 8030690"/>
              <a:gd name="connsiteY33" fmla="*/ 2911221 h 6858000"/>
              <a:gd name="connsiteX34" fmla="*/ 248267 w 8030690"/>
              <a:gd name="connsiteY34" fmla="*/ 2765145 h 6858000"/>
              <a:gd name="connsiteX35" fmla="*/ 244233 w 8030690"/>
              <a:gd name="connsiteY35" fmla="*/ 2617013 h 6858000"/>
              <a:gd name="connsiteX36" fmla="*/ 240031 w 8030690"/>
              <a:gd name="connsiteY36" fmla="*/ 2467508 h 6858000"/>
              <a:gd name="connsiteX37" fmla="*/ 235156 w 8030690"/>
              <a:gd name="connsiteY37" fmla="*/ 2318004 h 6858000"/>
              <a:gd name="connsiteX38" fmla="*/ 228265 w 8030690"/>
              <a:gd name="connsiteY38" fmla="*/ 2167128 h 6858000"/>
              <a:gd name="connsiteX39" fmla="*/ 220028 w 8030690"/>
              <a:gd name="connsiteY39" fmla="*/ 2014880 h 6858000"/>
              <a:gd name="connsiteX40" fmla="*/ 212128 w 8030690"/>
              <a:gd name="connsiteY40" fmla="*/ 1861947 h 6858000"/>
              <a:gd name="connsiteX41" fmla="*/ 202043 w 8030690"/>
              <a:gd name="connsiteY41" fmla="*/ 1709013 h 6858000"/>
              <a:gd name="connsiteX42" fmla="*/ 189940 w 8030690"/>
              <a:gd name="connsiteY42" fmla="*/ 1554023 h 6858000"/>
              <a:gd name="connsiteX43" fmla="*/ 177838 w 8030690"/>
              <a:gd name="connsiteY43" fmla="*/ 1401089 h 6858000"/>
              <a:gd name="connsiteX44" fmla="*/ 163886 w 8030690"/>
              <a:gd name="connsiteY44" fmla="*/ 1245413 h 6858000"/>
              <a:gd name="connsiteX45" fmla="*/ 148590 w 8030690"/>
              <a:gd name="connsiteY45" fmla="*/ 1089050 h 6858000"/>
              <a:gd name="connsiteX46" fmla="*/ 132454 w 8030690"/>
              <a:gd name="connsiteY46" fmla="*/ 934745 h 6858000"/>
              <a:gd name="connsiteX47" fmla="*/ 113628 w 8030690"/>
              <a:gd name="connsiteY47" fmla="*/ 778383 h 6858000"/>
              <a:gd name="connsiteX48" fmla="*/ 93457 w 8030690"/>
              <a:gd name="connsiteY48" fmla="*/ 622706 h 6858000"/>
              <a:gd name="connsiteX49" fmla="*/ 73454 w 8030690"/>
              <a:gd name="connsiteY49" fmla="*/ 466344 h 6858000"/>
              <a:gd name="connsiteX50" fmla="*/ 50090 w 8030690"/>
              <a:gd name="connsiteY50" fmla="*/ 310667 h 6858000"/>
              <a:gd name="connsiteX51" fmla="*/ 26222 w 8030690"/>
              <a:gd name="connsiteY51" fmla="*/ 15567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030690" h="6858000">
                <a:moveTo>
                  <a:pt x="1176" y="0"/>
                </a:moveTo>
                <a:lnTo>
                  <a:pt x="1344715" y="0"/>
                </a:lnTo>
                <a:lnTo>
                  <a:pt x="1344715" y="0"/>
                </a:lnTo>
                <a:lnTo>
                  <a:pt x="8030690" y="0"/>
                </a:lnTo>
                <a:lnTo>
                  <a:pt x="8030690" y="6858000"/>
                </a:lnTo>
                <a:lnTo>
                  <a:pt x="477746" y="6858000"/>
                </a:lnTo>
                <a:lnTo>
                  <a:pt x="477746" y="6858000"/>
                </a:lnTo>
                <a:lnTo>
                  <a:pt x="0" y="6858000"/>
                </a:lnTo>
                <a:lnTo>
                  <a:pt x="5883" y="6817538"/>
                </a:lnTo>
                <a:lnTo>
                  <a:pt x="23196" y="6698894"/>
                </a:lnTo>
                <a:lnTo>
                  <a:pt x="35298" y="6612483"/>
                </a:lnTo>
                <a:lnTo>
                  <a:pt x="48073" y="6509613"/>
                </a:lnTo>
                <a:lnTo>
                  <a:pt x="63369" y="6387541"/>
                </a:lnTo>
                <a:lnTo>
                  <a:pt x="79506" y="6252438"/>
                </a:lnTo>
                <a:lnTo>
                  <a:pt x="96483" y="6100191"/>
                </a:lnTo>
                <a:lnTo>
                  <a:pt x="114468" y="5934227"/>
                </a:lnTo>
                <a:lnTo>
                  <a:pt x="132454" y="5753862"/>
                </a:lnTo>
                <a:lnTo>
                  <a:pt x="150775" y="5561838"/>
                </a:lnTo>
                <a:lnTo>
                  <a:pt x="167752" y="5354726"/>
                </a:lnTo>
                <a:lnTo>
                  <a:pt x="184057" y="5138013"/>
                </a:lnTo>
                <a:lnTo>
                  <a:pt x="198849" y="4908956"/>
                </a:lnTo>
                <a:lnTo>
                  <a:pt x="212968" y="4670298"/>
                </a:lnTo>
                <a:lnTo>
                  <a:pt x="226248" y="4421352"/>
                </a:lnTo>
                <a:lnTo>
                  <a:pt x="230954" y="4293793"/>
                </a:lnTo>
                <a:lnTo>
                  <a:pt x="236165" y="4163491"/>
                </a:lnTo>
                <a:lnTo>
                  <a:pt x="241039" y="4031132"/>
                </a:lnTo>
                <a:lnTo>
                  <a:pt x="244233" y="3898087"/>
                </a:lnTo>
                <a:lnTo>
                  <a:pt x="247091" y="3762298"/>
                </a:lnTo>
                <a:lnTo>
                  <a:pt x="250116" y="3625138"/>
                </a:lnTo>
                <a:lnTo>
                  <a:pt x="252133" y="3485235"/>
                </a:lnTo>
                <a:lnTo>
                  <a:pt x="252133" y="3343960"/>
                </a:lnTo>
                <a:lnTo>
                  <a:pt x="253142" y="3201314"/>
                </a:lnTo>
                <a:lnTo>
                  <a:pt x="252133" y="3057296"/>
                </a:lnTo>
                <a:lnTo>
                  <a:pt x="250116" y="2911221"/>
                </a:lnTo>
                <a:lnTo>
                  <a:pt x="248267" y="2765145"/>
                </a:lnTo>
                <a:lnTo>
                  <a:pt x="244233" y="2617013"/>
                </a:lnTo>
                <a:lnTo>
                  <a:pt x="240031" y="2467508"/>
                </a:lnTo>
                <a:lnTo>
                  <a:pt x="235156" y="2318004"/>
                </a:lnTo>
                <a:lnTo>
                  <a:pt x="228265" y="2167128"/>
                </a:lnTo>
                <a:lnTo>
                  <a:pt x="220028" y="2014880"/>
                </a:lnTo>
                <a:lnTo>
                  <a:pt x="212128" y="1861947"/>
                </a:lnTo>
                <a:lnTo>
                  <a:pt x="202043" y="1709013"/>
                </a:lnTo>
                <a:lnTo>
                  <a:pt x="189940" y="1554023"/>
                </a:lnTo>
                <a:lnTo>
                  <a:pt x="177838" y="1401089"/>
                </a:lnTo>
                <a:lnTo>
                  <a:pt x="163886" y="1245413"/>
                </a:lnTo>
                <a:lnTo>
                  <a:pt x="148590" y="1089050"/>
                </a:lnTo>
                <a:lnTo>
                  <a:pt x="132454" y="934745"/>
                </a:lnTo>
                <a:lnTo>
                  <a:pt x="113628" y="778383"/>
                </a:lnTo>
                <a:lnTo>
                  <a:pt x="93457" y="622706"/>
                </a:lnTo>
                <a:lnTo>
                  <a:pt x="73454" y="466344"/>
                </a:lnTo>
                <a:lnTo>
                  <a:pt x="50090" y="310667"/>
                </a:lnTo>
                <a:lnTo>
                  <a:pt x="26222" y="155676"/>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11">
            <a:extLst>
              <a:ext uri="{FF2B5EF4-FFF2-40B4-BE49-F238E27FC236}">
                <a16:creationId xmlns:a16="http://schemas.microsoft.com/office/drawing/2014/main" id="{BDC58DEA-1307-4F44-AD47-E613D8B76A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bg1">
              <a:alpha val="20000"/>
            </a:schemeClr>
          </a:solidFill>
          <a:ln>
            <a:noFill/>
          </a:ln>
        </p:spPr>
        <p:txBody>
          <a:bodyPr rtlCol="0" anchor="ctr"/>
          <a:lstStyle/>
          <a:p>
            <a:pPr algn="ctr"/>
            <a:endParaRPr lang="en-US"/>
          </a:p>
        </p:txBody>
      </p:sp>
      <p:sp>
        <p:nvSpPr>
          <p:cNvPr id="20" name="Rectangle 19">
            <a:extLst>
              <a:ext uri="{FF2B5EF4-FFF2-40B4-BE49-F238E27FC236}">
                <a16:creationId xmlns:a16="http://schemas.microsoft.com/office/drawing/2014/main" id="{C99B912D-1E4B-42AF-A2BE-CFEFEC916E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graphicFrame>
        <p:nvGraphicFramePr>
          <p:cNvPr id="21" name="Content Placeholder 2">
            <a:extLst>
              <a:ext uri="{FF2B5EF4-FFF2-40B4-BE49-F238E27FC236}">
                <a16:creationId xmlns:a16="http://schemas.microsoft.com/office/drawing/2014/main" id="{DB8B7C25-BF07-94EF-0EEF-74264187D19B}"/>
              </a:ext>
            </a:extLst>
          </p:cNvPr>
          <p:cNvGraphicFramePr>
            <a:graphicFrameLocks noGrp="1"/>
          </p:cNvGraphicFramePr>
          <p:nvPr>
            <p:ph idx="1"/>
            <p:extLst>
              <p:ext uri="{D42A27DB-BD31-4B8C-83A1-F6EECF244321}">
                <p14:modId xmlns:p14="http://schemas.microsoft.com/office/powerpoint/2010/main" val="1986155674"/>
              </p:ext>
            </p:extLst>
          </p:nvPr>
        </p:nvGraphicFramePr>
        <p:xfrm>
          <a:off x="5048250" y="1447800"/>
          <a:ext cx="649605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7382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6C3AB-3BEE-BC36-59D4-EC800E3BE032}"/>
              </a:ext>
            </a:extLst>
          </p:cNvPr>
          <p:cNvSpPr>
            <a:spLocks noGrp="1"/>
          </p:cNvSpPr>
          <p:nvPr>
            <p:ph type="title"/>
          </p:nvPr>
        </p:nvSpPr>
        <p:spPr>
          <a:xfrm>
            <a:off x="1393638" y="2383971"/>
            <a:ext cx="9404723" cy="1491342"/>
          </a:xfrm>
        </p:spPr>
        <p:txBody>
          <a:bodyPr/>
          <a:lstStyle/>
          <a:p>
            <a:pPr algn="just"/>
            <a:r>
              <a:rPr lang="en-IN" sz="6000" b="1" dirty="0">
                <a:latin typeface="Corbel" panose="020B0503020204020204" pitchFamily="34" charset="0"/>
              </a:rPr>
              <a:t>              THANK YOU</a:t>
            </a:r>
          </a:p>
        </p:txBody>
      </p:sp>
    </p:spTree>
    <p:extLst>
      <p:ext uri="{BB962C8B-B14F-4D97-AF65-F5344CB8AC3E}">
        <p14:creationId xmlns:p14="http://schemas.microsoft.com/office/powerpoint/2010/main" val="421083319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356</TotalTime>
  <Words>1151</Words>
  <Application>Microsoft Office PowerPoint</Application>
  <PresentationFormat>Widescreen</PresentationFormat>
  <Paragraphs>120</Paragraphs>
  <Slides>15</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vt:i4>
      </vt:variant>
    </vt:vector>
  </HeadingPairs>
  <TitlesOfParts>
    <vt:vector size="28" baseType="lpstr">
      <vt:lpstr>Aptos</vt:lpstr>
      <vt:lpstr>Arial</vt:lpstr>
      <vt:lpstr>Calibri</vt:lpstr>
      <vt:lpstr>Calibri Light</vt:lpstr>
      <vt:lpstr>Century Gothic</vt:lpstr>
      <vt:lpstr>Corbel</vt:lpstr>
      <vt:lpstr>Corbel Light</vt:lpstr>
      <vt:lpstr>Lucida Sans</vt:lpstr>
      <vt:lpstr>Poppins</vt:lpstr>
      <vt:lpstr>Times New Roman</vt:lpstr>
      <vt:lpstr>Wingdings</vt:lpstr>
      <vt:lpstr>Wingdings 3</vt:lpstr>
      <vt:lpstr>Ion</vt:lpstr>
      <vt:lpstr>OPTIMIZING JOB SHOP SCHEDULING WITH DEEP REINFORCEMENT LEARNING</vt:lpstr>
      <vt:lpstr>PowerPoint Presentation</vt:lpstr>
      <vt:lpstr>Introduction</vt:lpstr>
      <vt:lpstr>The Real Industrial Problem </vt:lpstr>
      <vt:lpstr>    How Others  Have Approached This </vt:lpstr>
      <vt:lpstr>PowerPoint Presentation</vt:lpstr>
      <vt:lpstr>PowerPoint Presentation</vt:lpstr>
      <vt:lpstr>Comparison to Related Work</vt:lpstr>
      <vt:lpstr>Baseline Methods: Heuristics </vt:lpstr>
      <vt:lpstr>The Deep RL Advantage </vt:lpstr>
      <vt:lpstr>PowerPoint Presentation</vt:lpstr>
      <vt:lpstr>The image compares FIFO and SPT scheduling methods, showing that SPT (Shortest Processing Time) delivers superior performance by completing more jobs (179 vs. 165) and greatly reducing total tardiness (6,996.10 vs. 21,864.55) while maintaining the same makespan and machine configuration, proving it to be a much more efficient and deadline-focused scheduling strategy.</vt:lpstr>
      <vt:lpstr>Future Work and Next Steps  </vt:lpstr>
      <vt:lpstr>Project Timeline </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 Sanaboyina</dc:creator>
  <cp:lastModifiedBy>R Ankith</cp:lastModifiedBy>
  <cp:revision>11</cp:revision>
  <dcterms:created xsi:type="dcterms:W3CDTF">2025-11-04T23:08:10Z</dcterms:created>
  <dcterms:modified xsi:type="dcterms:W3CDTF">2025-11-06T08:58:25Z</dcterms:modified>
</cp:coreProperties>
</file>